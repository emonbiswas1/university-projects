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</p:sldIdLst>
  <p:sldSz cx="21945600" cy="3291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2126" y="-11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5387342"/>
            <a:ext cx="16459200" cy="11460480"/>
          </a:xfrm>
        </p:spPr>
        <p:txBody>
          <a:bodyPr anchor="b"/>
          <a:lstStyle>
            <a:lvl1pPr algn="ctr">
              <a:defRPr sz="10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17289782"/>
            <a:ext cx="16459200" cy="7947658"/>
          </a:xfrm>
        </p:spPr>
        <p:txBody>
          <a:bodyPr/>
          <a:lstStyle>
            <a:lvl1pPr marL="0" indent="0" algn="ctr">
              <a:buNone/>
              <a:defRPr sz="4320"/>
            </a:lvl1pPr>
            <a:lvl2pPr marL="822960" indent="0" algn="ctr">
              <a:buNone/>
              <a:defRPr sz="3600"/>
            </a:lvl2pPr>
            <a:lvl3pPr marL="1645920" indent="0" algn="ctr">
              <a:buNone/>
              <a:defRPr sz="3240"/>
            </a:lvl3pPr>
            <a:lvl4pPr marL="2468880" indent="0" algn="ctr">
              <a:buNone/>
              <a:defRPr sz="2880"/>
            </a:lvl4pPr>
            <a:lvl5pPr marL="3291840" indent="0" algn="ctr">
              <a:buNone/>
              <a:defRPr sz="2880"/>
            </a:lvl5pPr>
            <a:lvl6pPr marL="4114800" indent="0" algn="ctr">
              <a:buNone/>
              <a:defRPr sz="2880"/>
            </a:lvl6pPr>
            <a:lvl7pPr marL="4937760" indent="0" algn="ctr">
              <a:buNone/>
              <a:defRPr sz="2880"/>
            </a:lvl7pPr>
            <a:lvl8pPr marL="5760720" indent="0" algn="ctr">
              <a:buNone/>
              <a:defRPr sz="2880"/>
            </a:lvl8pPr>
            <a:lvl9pPr marL="6583680" indent="0" algn="ctr">
              <a:buNone/>
              <a:defRPr sz="288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E94F-025D-4984-8D5E-E6C76CCA3C2F}" type="datetimeFigureOut">
              <a:rPr lang="en-US" smtClean="0"/>
              <a:t>29-Apr-23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414ED-DCB4-4AF6-A723-8C475107D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67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E94F-025D-4984-8D5E-E6C76CCA3C2F}" type="datetimeFigureOut">
              <a:rPr lang="en-US" smtClean="0"/>
              <a:t>29-Apr-23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414ED-DCB4-4AF6-A723-8C475107D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7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0" y="8206745"/>
            <a:ext cx="18928080" cy="13693138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0" y="22029425"/>
            <a:ext cx="18928080" cy="7200898"/>
          </a:xfrm>
        </p:spPr>
        <p:txBody>
          <a:bodyPr/>
          <a:lstStyle>
            <a:lvl1pPr marL="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1pPr>
            <a:lvl2pPr marL="82296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645920" indent="0">
              <a:buNone/>
              <a:defRPr sz="3240">
                <a:solidFill>
                  <a:schemeClr val="tx1">
                    <a:tint val="75000"/>
                  </a:schemeClr>
                </a:solidFill>
              </a:defRPr>
            </a:lvl3pPr>
            <a:lvl4pPr marL="246888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184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480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776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072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368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E94F-025D-4984-8D5E-E6C76CCA3C2F}" type="datetimeFigureOut">
              <a:rPr lang="en-US" smtClean="0"/>
              <a:t>29-Apr-23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414ED-DCB4-4AF6-A723-8C475107D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67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8763000"/>
            <a:ext cx="9326880" cy="208864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8763000"/>
            <a:ext cx="9326880" cy="208864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E94F-025D-4984-8D5E-E6C76CCA3C2F}" type="datetimeFigureOut">
              <a:rPr lang="en-US" smtClean="0"/>
              <a:t>29-Apr-23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414ED-DCB4-4AF6-A723-8C475107D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62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1752603"/>
            <a:ext cx="18928080" cy="63627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19" y="8069582"/>
            <a:ext cx="9284017" cy="3954778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19" y="12024360"/>
            <a:ext cx="9284017" cy="176860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0" y="8069582"/>
            <a:ext cx="9329738" cy="3954778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0" y="12024360"/>
            <a:ext cx="9329738" cy="176860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E94F-025D-4984-8D5E-E6C76CCA3C2F}" type="datetimeFigureOut">
              <a:rPr lang="en-US" smtClean="0"/>
              <a:t>29-Apr-23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414ED-DCB4-4AF6-A723-8C475107D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0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E94F-025D-4984-8D5E-E6C76CCA3C2F}" type="datetimeFigureOut">
              <a:rPr lang="en-US" smtClean="0"/>
              <a:t>29-Apr-23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414ED-DCB4-4AF6-A723-8C475107D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47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E94F-025D-4984-8D5E-E6C76CCA3C2F}" type="datetimeFigureOut">
              <a:rPr lang="en-US" smtClean="0"/>
              <a:t>29-Apr-23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414ED-DCB4-4AF6-A723-8C475107D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82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4739642"/>
            <a:ext cx="11109960" cy="23393400"/>
          </a:xfrm>
        </p:spPr>
        <p:txBody>
          <a:bodyPr/>
          <a:lstStyle>
            <a:lvl1pPr>
              <a:defRPr sz="5760"/>
            </a:lvl1pPr>
            <a:lvl2pPr>
              <a:defRPr sz="5040"/>
            </a:lvl2pPr>
            <a:lvl3pPr>
              <a:defRPr sz="432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E94F-025D-4984-8D5E-E6C76CCA3C2F}" type="datetimeFigureOut">
              <a:rPr lang="en-US" smtClean="0"/>
              <a:t>29-Apr-23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414ED-DCB4-4AF6-A723-8C475107D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59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329738" y="4739642"/>
            <a:ext cx="11109960" cy="23393400"/>
          </a:xfrm>
        </p:spPr>
        <p:txBody>
          <a:bodyPr/>
          <a:lstStyle>
            <a:lvl1pPr marL="0" indent="0">
              <a:buNone/>
              <a:defRPr sz="5760"/>
            </a:lvl1pPr>
            <a:lvl2pPr marL="822960" indent="0">
              <a:buNone/>
              <a:defRPr sz="5040"/>
            </a:lvl2pPr>
            <a:lvl3pPr marL="1645920" indent="0">
              <a:buNone/>
              <a:defRPr sz="4320"/>
            </a:lvl3pPr>
            <a:lvl4pPr marL="2468880" indent="0">
              <a:buNone/>
              <a:defRPr sz="3600"/>
            </a:lvl4pPr>
            <a:lvl5pPr marL="3291840" indent="0">
              <a:buNone/>
              <a:defRPr sz="3600"/>
            </a:lvl5pPr>
            <a:lvl6pPr marL="4114800" indent="0">
              <a:buNone/>
              <a:defRPr sz="3600"/>
            </a:lvl6pPr>
            <a:lvl7pPr marL="4937760" indent="0">
              <a:buNone/>
              <a:defRPr sz="3600"/>
            </a:lvl7pPr>
            <a:lvl8pPr marL="5760720" indent="0">
              <a:buNone/>
              <a:defRPr sz="3600"/>
            </a:lvl8pPr>
            <a:lvl9pPr marL="6583680" indent="0">
              <a:buNone/>
              <a:defRPr sz="3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E94F-025D-4984-8D5E-E6C76CCA3C2F}" type="datetimeFigureOut">
              <a:rPr lang="en-US" smtClean="0"/>
              <a:t>29-Apr-23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414ED-DCB4-4AF6-A723-8C475107D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9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E94F-025D-4984-8D5E-E6C76CCA3C2F}" type="datetimeFigureOut">
              <a:rPr lang="en-US" smtClean="0"/>
              <a:t>29-Apr-23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414ED-DCB4-4AF6-A723-8C475107D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2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0" y="1752600"/>
            <a:ext cx="4732020" cy="2789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0" y="1752600"/>
            <a:ext cx="13921740" cy="2789682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7E94F-025D-4984-8D5E-E6C76CCA3C2F}" type="datetimeFigureOut">
              <a:rPr lang="en-US" smtClean="0"/>
              <a:t>29-Apr-23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414ED-DCB4-4AF6-A723-8C475107D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0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1752603"/>
            <a:ext cx="189280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8763000"/>
            <a:ext cx="189280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30510482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E94F-025D-4984-8D5E-E6C76CCA3C2F}" type="datetimeFigureOut">
              <a:rPr lang="en-US" smtClean="0"/>
              <a:t>29-Apr-23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30510482"/>
            <a:ext cx="74066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30510482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414ED-DCB4-4AF6-A723-8C475107D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3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1645920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64592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1pPr>
      <a:lvl2pPr marL="12344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0574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70332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52628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53492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61722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9951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2pPr>
      <a:lvl3pPr marL="16459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3pPr>
      <a:lvl4pPr marL="24688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11480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49377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57607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5836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5" Type="http://schemas.openxmlformats.org/officeDocument/2006/relationships/image" Target="../media/image14.jp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2596"/>
            <a:ext cx="3024554" cy="29964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3274842" y="262596"/>
            <a:ext cx="13071231" cy="2485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5400" b="1" kern="1800" spc="-25" dirty="0" smtClean="0">
                <a:solidFill>
                  <a:srgbClr val="333333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5400" b="1" kern="1800" spc="-25" dirty="0" err="1" smtClean="0">
                <a:solidFill>
                  <a:srgbClr val="333333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Satyendra</a:t>
            </a:r>
            <a:r>
              <a:rPr lang="en-US" sz="5400" b="1" kern="1800" spc="-25" dirty="0" smtClean="0">
                <a:solidFill>
                  <a:srgbClr val="333333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kern="1800" spc="-25" dirty="0" err="1" smtClean="0">
                <a:solidFill>
                  <a:srgbClr val="333333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Nath</a:t>
            </a:r>
            <a:r>
              <a:rPr lang="en-US" sz="5400" b="1" kern="1800" spc="-25" dirty="0" smtClean="0">
                <a:solidFill>
                  <a:srgbClr val="333333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Bose    </a:t>
            </a:r>
            <a:endParaRPr lang="en-US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  <a:r>
              <a:rPr lang="en-US" sz="5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FARTHER 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THE GOD PARTICLE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46073" y="262596"/>
            <a:ext cx="5349239" cy="878761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Group 8</a:t>
            </a:r>
          </a:p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 Section – B3</a:t>
            </a:r>
          </a:p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 TASLIMA, ISHRAT JAHAN (23-50172-1)</a:t>
            </a:r>
          </a:p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 BISWAS, EMON </a:t>
            </a:r>
          </a:p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(23-50174-1)</a:t>
            </a:r>
          </a:p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 PRANTO, MD MINHAZ UL MOSTOFA (23-50176-1) </a:t>
            </a:r>
          </a:p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AHMED, IFTEKHAR</a:t>
            </a:r>
          </a:p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 (23-50177-1) </a:t>
            </a:r>
          </a:p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HASAN, MD RIFAT </a:t>
            </a:r>
          </a:p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(23-50181-1)</a:t>
            </a:r>
          </a:p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 PRIOTA, ARITRI ROY</a:t>
            </a:r>
          </a:p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 (23-51531-1</a:t>
            </a:r>
            <a:r>
              <a:rPr lang="en-US" b="1" dirty="0" smtClean="0">
                <a:solidFill>
                  <a:schemeClr val="tx1"/>
                </a:solidFill>
              </a:rPr>
              <a:t>) 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25" y="4189605"/>
            <a:ext cx="5877511" cy="57340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044" y="2918471"/>
            <a:ext cx="5289452" cy="68585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4141" y="2749058"/>
            <a:ext cx="4599696" cy="71985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6525" y="9947584"/>
            <a:ext cx="15938257" cy="335133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 smtClean="0"/>
              <a:t>Satyendra</a:t>
            </a:r>
            <a:r>
              <a:rPr lang="en-US" sz="4000" dirty="0" smtClean="0"/>
              <a:t> </a:t>
            </a:r>
            <a:r>
              <a:rPr lang="en-US" sz="4000" dirty="0" err="1" smtClean="0"/>
              <a:t>Nath</a:t>
            </a:r>
            <a:r>
              <a:rPr lang="en-US" sz="4000" dirty="0" smtClean="0"/>
              <a:t> Bose  1. Born : 1 January 1894 ( Calcutta, Bengal Presidency, British India).  2.Occupation: Mathematician, physicist.  3. Institution : University of Calcutta(1915),Presidency University (1909-1913), Hindu school.   4. Died : 4 February 1974 (aged 80)   5.Parents: </a:t>
            </a:r>
            <a:r>
              <a:rPr lang="en-US" sz="4000" dirty="0" err="1" smtClean="0"/>
              <a:t>Amodini</a:t>
            </a:r>
            <a:r>
              <a:rPr lang="en-US" sz="4000" dirty="0" smtClean="0"/>
              <a:t> </a:t>
            </a:r>
            <a:r>
              <a:rPr lang="en-US" sz="4000" dirty="0" err="1" smtClean="0"/>
              <a:t>Raichaudhuri</a:t>
            </a:r>
            <a:r>
              <a:rPr lang="en-US" sz="4000" dirty="0" smtClean="0"/>
              <a:t> , </a:t>
            </a:r>
            <a:r>
              <a:rPr lang="en-US" sz="4000" dirty="0" err="1" smtClean="0"/>
              <a:t>Surendranath</a:t>
            </a:r>
            <a:r>
              <a:rPr lang="en-US" sz="4000" dirty="0" smtClean="0"/>
              <a:t> Bose . </a:t>
            </a:r>
            <a:r>
              <a:rPr lang="en-US" sz="40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(1,4)</a:t>
            </a:r>
            <a:endParaRPr lang="en-US" sz="4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28" y="14198215"/>
            <a:ext cx="4593044" cy="292396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694" y="16975526"/>
            <a:ext cx="4006029" cy="352191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340" y="13415502"/>
            <a:ext cx="4113384" cy="356002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10" y="17122181"/>
            <a:ext cx="4710275" cy="348845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57528" y="3429598"/>
            <a:ext cx="5657118" cy="58942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>
                <a:solidFill>
                  <a:schemeClr val="tx1"/>
                </a:solidFill>
              </a:rPr>
              <a:t>Short Biography</a:t>
            </a:r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76801" y="13322847"/>
            <a:ext cx="5499539" cy="7267127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 smtClean="0">
                <a:solidFill>
                  <a:schemeClr val="bg2">
                    <a:lumMod val="10000"/>
                  </a:schemeClr>
                </a:solidFill>
              </a:rPr>
              <a:t>1.Described as the Father of the ‘God Particle’ in a 2012 New York Times report, Bose joined the group of scientists like Willard Gibb &amp; Oswald Avery, who contributed tremendously, yet didn’t receive the Nobel prize.</a:t>
            </a:r>
          </a:p>
          <a:p>
            <a:pPr algn="ctr"/>
            <a:r>
              <a:rPr lang="en-US" sz="2700" dirty="0" smtClean="0">
                <a:solidFill>
                  <a:schemeClr val="bg2">
                    <a:lumMod val="10000"/>
                  </a:schemeClr>
                </a:solidFill>
              </a:rPr>
              <a:t>2.To the field of quantum mechanics through his work on Bose-Einstein statistics, which describes the behavior of particles at extremely low temperatures. </a:t>
            </a:r>
          </a:p>
          <a:p>
            <a:pPr algn="ctr"/>
            <a:r>
              <a:rPr lang="en-US" sz="2700" dirty="0" smtClean="0">
                <a:solidFill>
                  <a:schemeClr val="bg2">
                    <a:lumMod val="10000"/>
                  </a:schemeClr>
                </a:solidFill>
              </a:rPr>
              <a:t>3.Bose-Einstein statistics describe the behavior of particles that obey the laws of quantum mechanics and can occupy the same quantum state simultaneously, such as photons or bosons</a:t>
            </a:r>
            <a:r>
              <a:rPr lang="en-US" sz="2700" dirty="0" smtClean="0">
                <a:solidFill>
                  <a:schemeClr val="bg2">
                    <a:lumMod val="90000"/>
                  </a:schemeClr>
                </a:solidFill>
              </a:rPr>
              <a:t>. (2,3,4)</a:t>
            </a:r>
            <a:endParaRPr lang="en-US" sz="27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34138" y="13298919"/>
            <a:ext cx="4584047" cy="78271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 smtClean="0">
                <a:solidFill>
                  <a:schemeClr val="tx1"/>
                </a:solidFill>
              </a:rPr>
              <a:t>Research</a:t>
            </a:r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6225427" y="9143955"/>
            <a:ext cx="5599527" cy="126609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Hobby</a:t>
            </a:r>
            <a:endParaRPr lang="en-US" sz="7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2411" y="13415501"/>
            <a:ext cx="3539681" cy="257477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5427" y="10426681"/>
            <a:ext cx="5599528" cy="298882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9524" y="13469501"/>
            <a:ext cx="2867025" cy="261534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4750720" y="16084851"/>
            <a:ext cx="6771657" cy="304744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S.N. Bose was a renowned musician known for his contribution to Indian classical music. His dedication and mastery of the </a:t>
            </a:r>
            <a:r>
              <a:rPr lang="en-US" sz="3200" dirty="0" err="1" smtClean="0">
                <a:solidFill>
                  <a:schemeClr val="tx1"/>
                </a:solidFill>
              </a:rPr>
              <a:t>Setara</a:t>
            </a:r>
            <a:r>
              <a:rPr lang="en-US" sz="3200" dirty="0" smtClean="0">
                <a:solidFill>
                  <a:schemeClr val="tx1"/>
                </a:solidFill>
              </a:rPr>
              <a:t> will always be remembered</a:t>
            </a:r>
            <a:r>
              <a:rPr lang="en-US" sz="3200" dirty="0" smtClean="0"/>
              <a:t>. (4)</a:t>
            </a:r>
            <a:endParaRPr lang="en-US" sz="3200" dirty="0"/>
          </a:p>
        </p:txBody>
      </p:sp>
      <p:sp>
        <p:nvSpPr>
          <p:cNvPr id="29" name="Rectangle 28"/>
          <p:cNvSpPr/>
          <p:nvPr/>
        </p:nvSpPr>
        <p:spPr>
          <a:xfrm>
            <a:off x="107910" y="20647330"/>
            <a:ext cx="14381813" cy="159433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solidFill>
                  <a:schemeClr val="tx1"/>
                </a:solidFill>
              </a:rPr>
              <a:t>Achievement</a:t>
            </a:r>
            <a:endParaRPr lang="en-US" sz="4400" b="1" dirty="0">
              <a:solidFill>
                <a:schemeClr val="tx1"/>
              </a:solidFill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8" y="22391554"/>
            <a:ext cx="5618022" cy="4766125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5575280" y="19872960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4615952" y="20857347"/>
            <a:ext cx="7026140" cy="4546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err="1" smtClean="0"/>
              <a:t>Satyendra</a:t>
            </a:r>
            <a:r>
              <a:rPr lang="en-US" sz="3600" dirty="0" smtClean="0"/>
              <a:t> </a:t>
            </a:r>
            <a:r>
              <a:rPr lang="en-US" sz="3600" dirty="0" err="1" smtClean="0"/>
              <a:t>Nath</a:t>
            </a:r>
            <a:r>
              <a:rPr lang="en-US" sz="3600" dirty="0" smtClean="0"/>
              <a:t> Bose was a pioneering Indian physicist whose work on quantum mechanics and statistics laid the foundation for Bose-Einstein condensates and the theory of elementary particles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920" y="22299024"/>
            <a:ext cx="5852160" cy="5077135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234138" y="27382815"/>
            <a:ext cx="8991944" cy="5535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0" dirty="0" smtClean="0">
                <a:solidFill>
                  <a:schemeClr val="tx1"/>
                </a:solidFill>
              </a:rPr>
              <a:t>Padma </a:t>
            </a:r>
            <a:r>
              <a:rPr lang="en-US" sz="6000" dirty="0" err="1" smtClean="0">
                <a:solidFill>
                  <a:schemeClr val="tx1"/>
                </a:solidFill>
              </a:rPr>
              <a:t>Bhushan</a:t>
            </a:r>
            <a:r>
              <a:rPr lang="en-US" sz="6000" dirty="0" smtClean="0">
                <a:solidFill>
                  <a:schemeClr val="tx1"/>
                </a:solidFill>
              </a:rPr>
              <a:t> &amp; Padma Vibhushan(India), Fellow of the Royal society(United Kingdom), Bose  on a 1994 stamp of India . </a:t>
            </a:r>
            <a:r>
              <a:rPr lang="en-US" sz="6000" dirty="0" smtClean="0">
                <a:solidFill>
                  <a:schemeClr val="bg2"/>
                </a:solidFill>
              </a:rPr>
              <a:t>(3,4)</a:t>
            </a:r>
            <a:r>
              <a:rPr lang="en-US" dirty="0" smtClean="0">
                <a:solidFill>
                  <a:schemeClr val="bg2"/>
                </a:solidFill>
              </a:rPr>
              <a:t>  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237" y="27757018"/>
            <a:ext cx="4572000" cy="5161381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628" y="22517504"/>
            <a:ext cx="3230377" cy="4356983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4615952" y="19220088"/>
            <a:ext cx="6771657" cy="163040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i="1" dirty="0" smtClean="0">
                <a:solidFill>
                  <a:schemeClr val="tx2">
                    <a:lumMod val="75000"/>
                  </a:schemeClr>
                </a:solidFill>
              </a:rPr>
              <a:t>Summary</a:t>
            </a:r>
            <a:endParaRPr lang="en-US" sz="6000" b="1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4198392" y="26249682"/>
            <a:ext cx="7386311" cy="6576446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 smtClean="0"/>
              <a:t>1.Satyendra </a:t>
            </a:r>
            <a:r>
              <a:rPr lang="en-US" sz="4000" dirty="0" err="1" smtClean="0"/>
              <a:t>Nath</a:t>
            </a:r>
            <a:r>
              <a:rPr lang="en-US" sz="4000" dirty="0" smtClean="0"/>
              <a:t> Bose – Bengali physicist. </a:t>
            </a:r>
          </a:p>
          <a:p>
            <a:r>
              <a:rPr lang="en-US" sz="4000" dirty="0" smtClean="0"/>
              <a:t>2.Encyclopædia Britannica S. N. Bose Biography Project</a:t>
            </a:r>
          </a:p>
          <a:p>
            <a:r>
              <a:rPr lang="en-US" sz="4000" dirty="0" smtClean="0"/>
              <a:t>3.Biographical Memoirs of Fellows of the Royal Society</a:t>
            </a:r>
            <a:r>
              <a:rPr lang="en-US" dirty="0" smtClean="0"/>
              <a:t>.</a:t>
            </a:r>
          </a:p>
          <a:p>
            <a:r>
              <a:rPr lang="en-US" sz="4000" dirty="0" smtClean="0"/>
              <a:t>4.Wikipedia</a:t>
            </a:r>
            <a:endParaRPr lang="en-US" sz="4000" dirty="0"/>
          </a:p>
        </p:txBody>
      </p:sp>
      <p:sp>
        <p:nvSpPr>
          <p:cNvPr id="41" name="Rectangle 40"/>
          <p:cNvSpPr/>
          <p:nvPr/>
        </p:nvSpPr>
        <p:spPr>
          <a:xfrm>
            <a:off x="14691706" y="25490344"/>
            <a:ext cx="6695903" cy="67333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Reference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057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350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17</cp:revision>
  <dcterms:created xsi:type="dcterms:W3CDTF">2023-04-29T11:30:34Z</dcterms:created>
  <dcterms:modified xsi:type="dcterms:W3CDTF">2023-04-29T14:47:11Z</dcterms:modified>
</cp:coreProperties>
</file>