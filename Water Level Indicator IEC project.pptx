
<file path=[Content_Types].xml><?xml version="1.0" encoding="utf-8"?>
<Types xmlns="http://schemas.openxmlformats.org/package/2006/content-types">
  <Default Extension="gif" ContentType="image/gif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media/image20.jpg" ContentType="image/jpeg"/>
  <Override PartName="/ppt/media/image21.jpg" ContentType="image/jpeg"/>
  <Override PartName="/ppt/media/image2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88" r:id="rId2"/>
  </p:sldMasterIdLst>
  <p:notesMasterIdLst>
    <p:notesMasterId r:id="rId18"/>
  </p:notesMasterIdLst>
  <p:handoutMasterIdLst>
    <p:handoutMasterId r:id="rId19"/>
  </p:handoutMasterIdLst>
  <p:sldIdLst>
    <p:sldId id="409" r:id="rId3"/>
    <p:sldId id="435" r:id="rId4"/>
    <p:sldId id="437" r:id="rId5"/>
    <p:sldId id="439" r:id="rId6"/>
    <p:sldId id="442" r:id="rId7"/>
    <p:sldId id="441" r:id="rId8"/>
    <p:sldId id="444" r:id="rId9"/>
    <p:sldId id="443" r:id="rId10"/>
    <p:sldId id="453" r:id="rId11"/>
    <p:sldId id="445" r:id="rId12"/>
    <p:sldId id="446" r:id="rId13"/>
    <p:sldId id="447" r:id="rId14"/>
    <p:sldId id="448" r:id="rId15"/>
    <p:sldId id="450" r:id="rId16"/>
    <p:sldId id="45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>
          <p15:clr>
            <a:srgbClr val="A4A3A4"/>
          </p15:clr>
        </p15:guide>
        <p15:guide id="2" pos="3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AB3FA"/>
    <a:srgbClr val="0865D8"/>
    <a:srgbClr val="096AED"/>
    <a:srgbClr val="0695F0"/>
    <a:srgbClr val="FA90A7"/>
    <a:srgbClr val="DC8680"/>
    <a:srgbClr val="5272A7"/>
    <a:srgbClr val="FCCFDD"/>
    <a:srgbClr val="FA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48"/>
      </p:cViewPr>
      <p:guideLst>
        <p:guide orient="horz" pos="2264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58号-创中黑" panose="00000500000000000000" charset="-122"/>
              <a:ea typeface="字魂58号-创中黑" panose="00000500000000000000" charset="-122"/>
              <a:cs typeface="字魂58号-创中黑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字魂58号-创中黑" panose="00000500000000000000" charset="-122"/>
              </a:rPr>
              <a:t>2023/12/9</a:t>
            </a:fld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58号-创中黑" panose="00000500000000000000" charset="-122"/>
              <a:ea typeface="字魂58号-创中黑" panose="00000500000000000000" charset="-122"/>
              <a:cs typeface="字魂58号-创中黑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字魂58号-创中黑" panose="00000500000000000000" charset="-122"/>
              </a:rPr>
              <a:t>‹#›</a:t>
            </a:fld>
            <a:endParaRPr lang="zh-CN" altLang="en-US">
              <a:cs typeface="字魂58号-创中黑" panose="0000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1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2023/12/9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7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2023/12/9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23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7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12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0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48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30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18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2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6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859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1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57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36495"/>
      </p:ext>
    </p:extLst>
  </p:cSld>
  <p:clrMapOvr>
    <a:masterClrMapping/>
  </p:clrMapOvr>
  <p:transition advTm="2000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24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299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458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71502783"/>
      </p:ext>
    </p:extLst>
  </p:cSld>
  <p:clrMapOvr>
    <a:masterClrMapping/>
  </p:clrMapOvr>
  <p:transition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14397901"/>
      </p:ext>
    </p:extLst>
  </p:cSld>
  <p:clrMapOvr>
    <a:masterClrMapping/>
  </p:clrMapOvr>
  <p:transition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6814931"/>
      </p:ext>
    </p:extLst>
  </p:cSld>
  <p:clrMapOvr>
    <a:masterClrMapping/>
  </p:clrMapOvr>
  <p:transition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3540151"/>
      </p:ext>
    </p:extLst>
  </p:cSld>
  <p:clrMapOvr>
    <a:masterClrMapping/>
  </p:clrMapOvr>
  <p:transition>
    <p:wedg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80447822"/>
      </p:ext>
    </p:extLst>
  </p:cSld>
  <p:clrMapOvr>
    <a:masterClrMapping/>
  </p:clrMapOvr>
  <p:transition>
    <p:wedg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8708950"/>
      </p:ext>
    </p:extLst>
  </p:cSld>
  <p:clrMapOvr>
    <a:masterClrMapping/>
  </p:clrMapOvr>
  <p:transition>
    <p:wedg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58109254"/>
      </p:ext>
    </p:extLst>
  </p:cSld>
  <p:clrMapOvr>
    <a:masterClrMapping/>
  </p:clrMapOvr>
  <p:transition>
    <p:wedg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9415477"/>
      </p:ext>
    </p:extLst>
  </p:cSld>
  <p:clrMapOvr>
    <a:masterClrMapping/>
  </p:clrMapOvr>
  <p:transition>
    <p:wedg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8727223"/>
      </p:ext>
    </p:extLst>
  </p:cSld>
  <p:clrMapOvr>
    <a:masterClrMapping/>
  </p:clrMapOvr>
  <p:transition>
    <p:wedg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8052288"/>
      </p:ext>
    </p:extLst>
  </p:cSld>
  <p:clrMapOvr>
    <a:masterClrMapping/>
  </p:clrMapOvr>
  <p:transition>
    <p:wedg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32905" y="6450469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1757772"/>
      </p:ext>
    </p:extLst>
  </p:cSld>
  <p:clrMapOvr>
    <a:masterClrMapping/>
  </p:clrMapOvr>
  <p:transition>
    <p:wedg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96213052"/>
      </p:ext>
    </p:extLst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51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4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651" r:id="rId13"/>
    <p:sldLayoutId id="2147483652" r:id="rId14"/>
    <p:sldLayoutId id="2147483653" r:id="rId15"/>
    <p:sldLayoutId id="2147483654" r:id="rId16"/>
    <p:sldLayoutId id="2147483655" r:id="rId17"/>
    <p:sldLayoutId id="2147483656" r:id="rId18"/>
    <p:sldLayoutId id="2147483657" r:id="rId19"/>
    <p:sldLayoutId id="2147483658" r:id="rId20"/>
    <p:sldLayoutId id="2147483659" r:id="rId21"/>
    <p:sldLayoutId id="2147483660" r:id="rId22"/>
    <p:sldLayoutId id="2147483661" r:id="rId23"/>
    <p:sldLayoutId id="2147483662" r:id="rId24"/>
    <p:sldLayoutId id="2147483663" r:id="rId25"/>
    <p:sldLayoutId id="2147483664" r:id="rId26"/>
    <p:sldLayoutId id="2147483665" r:id="rId27"/>
  </p:sldLayoutIdLst>
  <p:transition>
    <p:wedg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gi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gif"/><Relationship Id="rId5" Type="http://schemas.openxmlformats.org/officeDocument/2006/relationships/image" Target="../media/image17.jpg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"/>
          <p:cNvSpPr/>
          <p:nvPr/>
        </p:nvSpPr>
        <p:spPr>
          <a:xfrm>
            <a:off x="-2334260" y="-256349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图形"/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图形"/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8" name="图形"/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图形"/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7" name="图形"/>
          <p:cNvSpPr/>
          <p:nvPr/>
        </p:nvSpPr>
        <p:spPr>
          <a:xfrm>
            <a:off x="461010" y="688340"/>
            <a:ext cx="11269980" cy="548132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  <a:effectLst>
            <a:outerShdw blurRad="965200" dist="38100" dir="10800000" algn="r" rotWithShape="0">
              <a:srgbClr val="819C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cc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图形"/>
          <p:cNvSpPr/>
          <p:nvPr/>
        </p:nvSpPr>
        <p:spPr>
          <a:xfrm>
            <a:off x="1016635" y="200850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图形"/>
          <p:cNvSpPr txBox="1"/>
          <p:nvPr/>
        </p:nvSpPr>
        <p:spPr>
          <a:xfrm>
            <a:off x="1710055" y="719361"/>
            <a:ext cx="4107180" cy="92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BEDEA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54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rPr>
              <a:t> </a:t>
            </a:r>
            <a:endParaRPr lang="zh-CN" altLang="en-US" sz="540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cs typeface="+mn-ea"/>
              <a:sym typeface="+mn-lt"/>
            </a:endParaRPr>
          </a:p>
        </p:txBody>
      </p:sp>
      <p:pic>
        <p:nvPicPr>
          <p:cNvPr id="18" name="图形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05470" y="688340"/>
            <a:ext cx="3525520" cy="32569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形" descr="C:/Users/Administrator/AppData/Local/Temp/picturecompress_20220709155216/output_1.pngoutput_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6165" y="1289685"/>
            <a:ext cx="5584825" cy="4277995"/>
          </a:xfrm>
          <a:prstGeom prst="rect">
            <a:avLst/>
          </a:prstGeom>
        </p:spPr>
      </p:pic>
      <p:pic>
        <p:nvPicPr>
          <p:cNvPr id="15" name="Picture 14" descr="A water tank with blue liquid&#10;&#10;Description automatically generated">
            <a:extLst>
              <a:ext uri="{FF2B5EF4-FFF2-40B4-BE49-F238E27FC236}">
                <a16:creationId xmlns:a16="http://schemas.microsoft.com/office/drawing/2014/main" id="{C52DB278-DE84-64B7-EE42-8BC02D9CE4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967" y="3829259"/>
            <a:ext cx="2205193" cy="1612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F617B9-B07C-ECD9-ACD7-8DCE0F6671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68" y="855918"/>
            <a:ext cx="2168620" cy="2168620"/>
          </a:xfrm>
          <a:prstGeom prst="rect">
            <a:avLst/>
          </a:prstGeom>
        </p:spPr>
      </p:pic>
      <p:sp>
        <p:nvSpPr>
          <p:cNvPr id="11" name="图形"/>
          <p:cNvSpPr txBox="1"/>
          <p:nvPr/>
        </p:nvSpPr>
        <p:spPr>
          <a:xfrm>
            <a:off x="58882" y="2893539"/>
            <a:ext cx="5744383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6600" spc="-25" dirty="0">
                <a:solidFill>
                  <a:schemeClr val="bg2">
                    <a:lumMod val="50000"/>
                  </a:schemeClr>
                </a:solidFill>
                <a:cs typeface="Calibri"/>
              </a:rPr>
              <a:t>Water</a:t>
            </a:r>
            <a:r>
              <a:rPr lang="en-US" sz="6600" spc="-170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lang="en-US" sz="6600" dirty="0">
                <a:solidFill>
                  <a:schemeClr val="bg2">
                    <a:lumMod val="50000"/>
                  </a:schemeClr>
                </a:solidFill>
                <a:cs typeface="Calibri"/>
              </a:rPr>
              <a:t>Level</a:t>
            </a:r>
            <a:r>
              <a:rPr lang="en-US" sz="6600" spc="-65" dirty="0">
                <a:solidFill>
                  <a:schemeClr val="bg2">
                    <a:lumMod val="50000"/>
                  </a:schemeClr>
                </a:solidFill>
                <a:cs typeface="Calibri"/>
              </a:rPr>
              <a:t> </a:t>
            </a:r>
            <a:r>
              <a:rPr lang="en-US" sz="6600" spc="-10" dirty="0">
                <a:solidFill>
                  <a:schemeClr val="bg2">
                    <a:lumMod val="50000"/>
                  </a:schemeClr>
                </a:solidFill>
                <a:cs typeface="Calibri"/>
              </a:rPr>
              <a:t>Indicator</a:t>
            </a:r>
            <a:endParaRPr lang="en-US" sz="6600" dirty="0">
              <a:solidFill>
                <a:schemeClr val="bg2">
                  <a:lumMod val="50000"/>
                </a:schemeClr>
              </a:solidFill>
              <a:cs typeface="Calibri"/>
            </a:endParaRPr>
          </a:p>
          <a:p>
            <a:r>
              <a:rPr lang="en-US" altLang="zh-CN" sz="6400" dirty="0">
                <a:solidFill>
                  <a:srgbClr val="096AED"/>
                </a:solidFill>
                <a:cs typeface="+mn-ea"/>
                <a:sym typeface="+mn-lt"/>
              </a:rPr>
              <a:t> </a:t>
            </a:r>
            <a:endParaRPr lang="zh-CN" altLang="en-US" sz="6400" dirty="0">
              <a:ln>
                <a:noFill/>
              </a:ln>
              <a:solidFill>
                <a:srgbClr val="096AED"/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图形">
            <a:extLst>
              <a:ext uri="{FF2B5EF4-FFF2-40B4-BE49-F238E27FC236}">
                <a16:creationId xmlns:a16="http://schemas.microsoft.com/office/drawing/2014/main" id="{911DFD4F-1E7B-F93E-C80B-2B5FD6918280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16" name="图形">
              <a:extLst>
                <a:ext uri="{FF2B5EF4-FFF2-40B4-BE49-F238E27FC236}">
                  <a16:creationId xmlns:a16="http://schemas.microsoft.com/office/drawing/2014/main" id="{5D8FDE50-1293-63C8-90BA-99D4CE14881C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AD500C35-AC7D-B733-634F-7BC2FBF04E5C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图形">
            <a:extLst>
              <a:ext uri="{FF2B5EF4-FFF2-40B4-BE49-F238E27FC236}">
                <a16:creationId xmlns:a16="http://schemas.microsoft.com/office/drawing/2014/main" id="{D4D46DF1-31D9-452F-4B40-8D76B69466B1}"/>
              </a:ext>
            </a:extLst>
          </p:cNvPr>
          <p:cNvSpPr/>
          <p:nvPr/>
        </p:nvSpPr>
        <p:spPr>
          <a:xfrm>
            <a:off x="8859520" y="79760"/>
            <a:ext cx="2786788" cy="2805680"/>
          </a:xfrm>
          <a:prstGeom prst="ellipse">
            <a:avLst/>
          </a:prstGeom>
          <a:noFill/>
          <a:ln w="38100">
            <a:gradFill>
              <a:gsLst>
                <a:gs pos="0">
                  <a:srgbClr val="096AED"/>
                </a:gs>
                <a:gs pos="100000">
                  <a:srgbClr val="0695F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" name="图形" descr="包图网_198745453D虚拟元宇宙商务人物">
            <a:extLst>
              <a:ext uri="{FF2B5EF4-FFF2-40B4-BE49-F238E27FC236}">
                <a16:creationId xmlns:a16="http://schemas.microsoft.com/office/drawing/2014/main" id="{6AEFD7EA-3140-3D4E-3986-8EE06D4D59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5920" y="5069795"/>
            <a:ext cx="1876465" cy="1673999"/>
          </a:xfrm>
          <a:prstGeom prst="rect">
            <a:avLst/>
          </a:prstGeom>
        </p:spPr>
      </p:pic>
      <p:sp>
        <p:nvSpPr>
          <p:cNvPr id="9" name="图形">
            <a:extLst>
              <a:ext uri="{FF2B5EF4-FFF2-40B4-BE49-F238E27FC236}">
                <a16:creationId xmlns:a16="http://schemas.microsoft.com/office/drawing/2014/main" id="{FC581F49-DB99-BAD2-B7EA-79BBB9F09138}"/>
              </a:ext>
            </a:extLst>
          </p:cNvPr>
          <p:cNvSpPr/>
          <p:nvPr/>
        </p:nvSpPr>
        <p:spPr>
          <a:xfrm rot="10800000" flipH="1">
            <a:off x="107609" y="79760"/>
            <a:ext cx="579120" cy="5346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944227-0946-AE7E-001B-457CB1729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4010754"/>
            <a:ext cx="2652950" cy="2390045"/>
          </a:xfrm>
          <a:prstGeom prst="rect">
            <a:avLst/>
          </a:prstGeom>
        </p:spPr>
      </p:pic>
      <p:sp>
        <p:nvSpPr>
          <p:cNvPr id="14" name="图形">
            <a:extLst>
              <a:ext uri="{FF2B5EF4-FFF2-40B4-BE49-F238E27FC236}">
                <a16:creationId xmlns:a16="http://schemas.microsoft.com/office/drawing/2014/main" id="{3754A5A7-DAD2-E125-AF49-D40871E64773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99AFC1C0-C77D-0DBA-22EE-F28E17579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568298"/>
              </p:ext>
            </p:extLst>
          </p:nvPr>
        </p:nvGraphicFramePr>
        <p:xfrm>
          <a:off x="1915795" y="2847246"/>
          <a:ext cx="7803471" cy="30759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  <a:reflection blurRad="6350" stA="50000" endA="300" endPos="55500" dist="101600" dir="5400000" sy="-100000" algn="bl" rotWithShape="0"/>
                </a:effectLst>
                <a:tableStyleId>{284E427A-3D55-4303-BF80-6455036E1DE7}</a:tableStyleId>
              </a:tblPr>
              <a:tblGrid>
                <a:gridCol w="407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1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29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Name</a:t>
                      </a:r>
                      <a:endParaRPr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B w="12700" cap="flat" cmpd="sng" algn="ctr">
                      <a:noFill/>
                      <a:prstDash val="solid"/>
                      <a:miter lim="800000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ID</a:t>
                      </a:r>
                      <a:endParaRPr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EMON</a:t>
                      </a: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 BISWAS</a:t>
                      </a:r>
                    </a:p>
                  </a:txBody>
                  <a:tcPr marL="0" marR="0" marT="33020" marB="0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23-50174-1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6350" cap="flat" cmpd="sng" algn="ctr">
                      <a:noFill/>
                      <a:prstDash val="solid"/>
                      <a:miter lim="800000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UMARA RASHID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6350" cap="flat" cmpd="sng" algn="ctr">
                      <a:noFill/>
                      <a:prstDash val="solid"/>
                      <a:miter lim="800000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23-51327-1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7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dirty="0"/>
                        <a:t>SADIK SADMAN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dirty="0"/>
                        <a:t>23-51300-1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MD. </a:t>
                      </a:r>
                      <a:r>
                        <a:rPr lang="en-US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OWAFEEUZZAMAN</a:t>
                      </a:r>
                      <a:r>
                        <a:rPr lang="en-US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+mn-lt"/>
                          <a:cs typeface="Calibri"/>
                        </a:rPr>
                        <a:t> PATWARY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n-US" dirty="0"/>
                        <a:t>22-49885-3 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897">
                <a:tc>
                  <a:txBody>
                    <a:bodyPr/>
                    <a:lstStyle/>
                    <a:p>
                      <a:pPr marL="1085215" marR="466090" indent="-619760">
                        <a:lnSpc>
                          <a:spcPct val="100800"/>
                        </a:lnSpc>
                        <a:spcBef>
                          <a:spcPts val="260"/>
                        </a:spcBef>
                      </a:pPr>
                      <a:r>
                        <a:rPr lang="en-US" dirty="0"/>
                        <a:t>MD. ABU </a:t>
                      </a:r>
                      <a:r>
                        <a:rPr lang="en-US" dirty="0" err="1"/>
                        <a:t>RABBIUL</a:t>
                      </a:r>
                      <a:r>
                        <a:rPr lang="en-US" dirty="0"/>
                        <a:t> RIYAD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US" dirty="0"/>
                        <a:t>22-49864-3</a:t>
                      </a:r>
                      <a:endParaRPr lang="en-US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BEFB83-4087-D706-9888-A0B42C518A7C}"/>
              </a:ext>
            </a:extLst>
          </p:cNvPr>
          <p:cNvSpPr txBox="1"/>
          <p:nvPr/>
        </p:nvSpPr>
        <p:spPr>
          <a:xfrm>
            <a:off x="2182495" y="571224"/>
            <a:ext cx="6477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Instructor  : </a:t>
            </a:r>
          </a:p>
          <a:p>
            <a:r>
              <a:rPr lang="en-US" sz="2800" b="1" dirty="0"/>
              <a:t> </a:t>
            </a:r>
          </a:p>
          <a:p>
            <a:r>
              <a:rPr lang="en-US" sz="2000" b="1" dirty="0"/>
              <a:t>DR. MD. </a:t>
            </a:r>
            <a:r>
              <a:rPr lang="en-US" sz="2000" b="1" dirty="0" err="1"/>
              <a:t>KABIRUZZAMAN</a:t>
            </a:r>
            <a:endParaRPr lang="en-US" sz="2000" b="1" dirty="0"/>
          </a:p>
          <a:p>
            <a:r>
              <a:rPr lang="en-US" sz="2000" b="1" dirty="0"/>
              <a:t>ASSISTANT PROFESSOR </a:t>
            </a:r>
          </a:p>
          <a:p>
            <a:r>
              <a:rPr lang="en-US" sz="2000" b="1" dirty="0"/>
              <a:t>American International University  Bangladesh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44655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形">
            <a:extLst>
              <a:ext uri="{FF2B5EF4-FFF2-40B4-BE49-F238E27FC236}">
                <a16:creationId xmlns:a16="http://schemas.microsoft.com/office/drawing/2014/main" id="{D6ADE322-8615-9AEC-5DC1-2B3C5117159E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95331D3C-E0ED-40EF-C544-6F3FD7781185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" name="图形">
            <a:extLst>
              <a:ext uri="{FF2B5EF4-FFF2-40B4-BE49-F238E27FC236}">
                <a16:creationId xmlns:a16="http://schemas.microsoft.com/office/drawing/2014/main" id="{E8185930-1AB1-91AF-9FFC-AB9C3343C67F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7" name="图形">
              <a:extLst>
                <a:ext uri="{FF2B5EF4-FFF2-40B4-BE49-F238E27FC236}">
                  <a16:creationId xmlns:a16="http://schemas.microsoft.com/office/drawing/2014/main" id="{1B6F1747-9633-0495-0368-29084F5192B5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1B61EC94-DDDA-5D3F-A7E6-96848FE78559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1F6B5F-5ECD-4A88-3CBC-8AA5C84D7D53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8C12A8B2-707A-5548-FD7E-38E233E38E6E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CE64C-2053-27E8-B66A-35B6ABA3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486" y="1358290"/>
            <a:ext cx="7263522" cy="4276040"/>
          </a:xfrm>
          <a:prstGeom prst="rect">
            <a:avLst/>
          </a:prstGeom>
        </p:spPr>
      </p:pic>
      <p:pic>
        <p:nvPicPr>
          <p:cNvPr id="13" name="图形">
            <a:extLst>
              <a:ext uri="{FF2B5EF4-FFF2-40B4-BE49-F238E27FC236}">
                <a16:creationId xmlns:a16="http://schemas.microsoft.com/office/drawing/2014/main" id="{3EE18D5F-558F-F9C4-D244-FED010C58E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0374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343795-94F3-0402-52BE-64C3E5DE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73" y="1092874"/>
            <a:ext cx="8269887" cy="4672252"/>
          </a:xfrm>
          <a:prstGeom prst="rect">
            <a:avLst/>
          </a:pr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441450" y="20821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983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2AC614-0C0B-C150-7339-CAE8C5D3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29" y="995221"/>
            <a:ext cx="8682640" cy="4357069"/>
          </a:xfrm>
          <a:prstGeom prst="rect">
            <a:avLst/>
          </a:prstGeom>
        </p:spPr>
      </p:pic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136650" y="203132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8356866" y="2724745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11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441450" y="20821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8A05C84-028A-3561-3117-79ACEFE2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19" y="1140613"/>
            <a:ext cx="7023974" cy="4711393"/>
          </a:xfrm>
          <a:prstGeom prst="rect">
            <a:avLst/>
          </a:pr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1492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"/>
          <p:cNvSpPr/>
          <p:nvPr/>
        </p:nvSpPr>
        <p:spPr>
          <a:xfrm>
            <a:off x="-2334260" y="-256349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图形"/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图形"/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8" name="图形"/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图形"/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7" name="图形"/>
          <p:cNvSpPr/>
          <p:nvPr/>
        </p:nvSpPr>
        <p:spPr>
          <a:xfrm>
            <a:off x="461010" y="688340"/>
            <a:ext cx="11269980" cy="548132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  <a:effectLst>
            <a:outerShdw blurRad="965200" dist="38100" dir="10800000" algn="r" rotWithShape="0">
              <a:srgbClr val="819C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cc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图形"/>
          <p:cNvSpPr/>
          <p:nvPr/>
        </p:nvSpPr>
        <p:spPr>
          <a:xfrm>
            <a:off x="1016635" y="200850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图形"/>
          <p:cNvSpPr txBox="1"/>
          <p:nvPr/>
        </p:nvSpPr>
        <p:spPr>
          <a:xfrm>
            <a:off x="1710055" y="719361"/>
            <a:ext cx="4107180" cy="92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BEDEA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54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rPr>
              <a:t> </a:t>
            </a:r>
            <a:endParaRPr lang="zh-CN" altLang="en-US" sz="540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cs typeface="+mn-ea"/>
              <a:sym typeface="+mn-lt"/>
            </a:endParaRPr>
          </a:p>
        </p:txBody>
      </p:sp>
      <p:pic>
        <p:nvPicPr>
          <p:cNvPr id="18" name="图形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05470" y="688340"/>
            <a:ext cx="3525520" cy="32569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形" descr="C:/Users/Administrator/AppData/Local/Temp/picturecompress_20220709155216/output_1.pngoutput_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6165" y="1289685"/>
            <a:ext cx="5584825" cy="4277995"/>
          </a:xfrm>
          <a:prstGeom prst="rect">
            <a:avLst/>
          </a:prstGeom>
        </p:spPr>
      </p:pic>
      <p:sp>
        <p:nvSpPr>
          <p:cNvPr id="11" name="图形"/>
          <p:cNvSpPr txBox="1"/>
          <p:nvPr/>
        </p:nvSpPr>
        <p:spPr>
          <a:xfrm>
            <a:off x="1266970" y="3526472"/>
            <a:ext cx="2958802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WORKING</a:t>
            </a:r>
            <a:r>
              <a:rPr lang="en-US" sz="4800" b="1" spc="-125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r>
              <a:rPr lang="en-US" sz="4800" b="1" spc="-12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4800" b="1" spc="-10" dirty="0">
                <a:solidFill>
                  <a:schemeClr val="accent3">
                    <a:lumMod val="75000"/>
                  </a:schemeClr>
                </a:solidFill>
              </a:rPr>
              <a:t>METHOD</a:t>
            </a:r>
            <a:endParaRPr lang="en-US" sz="4800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sz="6400" dirty="0">
                <a:solidFill>
                  <a:srgbClr val="096AED"/>
                </a:solidFill>
                <a:cs typeface="+mn-ea"/>
                <a:sym typeface="+mn-lt"/>
              </a:rPr>
              <a:t> </a:t>
            </a:r>
            <a:endParaRPr lang="zh-CN" altLang="en-US" sz="6400" dirty="0">
              <a:ln>
                <a:noFill/>
              </a:ln>
              <a:solidFill>
                <a:srgbClr val="096AED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Picture 3" descr="A group of gears with different colors&#10;&#10;Description automatically generated">
            <a:extLst>
              <a:ext uri="{FF2B5EF4-FFF2-40B4-BE49-F238E27FC236}">
                <a16:creationId xmlns:a16="http://schemas.microsoft.com/office/drawing/2014/main" id="{B6E9C227-F5B3-011F-A5DE-385ED168C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020" y="3458428"/>
            <a:ext cx="2119356" cy="17696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5CADC5-133A-5958-E0CF-32CF04414A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07" y="1392895"/>
            <a:ext cx="1847804" cy="1847804"/>
          </a:xfrm>
          <a:prstGeom prst="rect">
            <a:avLst/>
          </a:prstGeom>
        </p:spPr>
      </p:pic>
      <p:pic>
        <p:nvPicPr>
          <p:cNvPr id="23" name="Picture 22" descr="A cartoon of a dog using a computer&#10;&#10;Description automatically generated">
            <a:extLst>
              <a:ext uri="{FF2B5EF4-FFF2-40B4-BE49-F238E27FC236}">
                <a16:creationId xmlns:a16="http://schemas.microsoft.com/office/drawing/2014/main" id="{5341ABF5-9312-CB64-3C49-9D14C57255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420" y="5160534"/>
            <a:ext cx="920483" cy="9204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142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encil in a circle&#10;&#10;Description automatically generated">
            <a:extLst>
              <a:ext uri="{FF2B5EF4-FFF2-40B4-BE49-F238E27FC236}">
                <a16:creationId xmlns:a16="http://schemas.microsoft.com/office/drawing/2014/main" id="{181AF1E0-B5BF-33D2-556C-F0F44CC79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820" y="702447"/>
            <a:ext cx="2346913" cy="176018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97218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WORKING</a:t>
            </a:r>
            <a:r>
              <a:rPr lang="en-US" spc="-125"/>
              <a:t> </a:t>
            </a:r>
            <a:r>
              <a:rPr lang="en-US" spc="-10"/>
              <a:t>METHOD</a:t>
            </a:r>
            <a:endParaRPr lang="en-US"/>
          </a:p>
        </p:txBody>
      </p:sp>
      <p:pic>
        <p:nvPicPr>
          <p:cNvPr id="20" name="Picture 19" descr="A pencil in a circle&#10;&#10;Description automatically generated">
            <a:extLst>
              <a:ext uri="{FF2B5EF4-FFF2-40B4-BE49-F238E27FC236}">
                <a16:creationId xmlns:a16="http://schemas.microsoft.com/office/drawing/2014/main" id="{2CB09A68-E17D-231A-20DA-67F8A8FA50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32" y="779777"/>
            <a:ext cx="1754285" cy="1315714"/>
          </a:xfrm>
          <a:prstGeom prst="rect">
            <a:avLst/>
          </a:prstGeom>
        </p:spPr>
      </p:pic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95890" y="-2532789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441450" y="876521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29640E-2721-1153-885D-4E46DCAE7EB9}"/>
              </a:ext>
            </a:extLst>
          </p:cNvPr>
          <p:cNvSpPr txBox="1"/>
          <p:nvPr/>
        </p:nvSpPr>
        <p:spPr>
          <a:xfrm>
            <a:off x="1202599" y="2112387"/>
            <a:ext cx="9786801" cy="29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marR="158115" indent="-257810" algn="just">
              <a:lnSpc>
                <a:spcPct val="102400"/>
              </a:lnSpc>
              <a:spcBef>
                <a:spcPts val="50"/>
              </a:spcBef>
              <a:buClr>
                <a:srgbClr val="AC3DC1"/>
              </a:buClr>
              <a:buFont typeface="Arial"/>
              <a:buChar char="•"/>
              <a:tabLst>
                <a:tab pos="269875" algn="l"/>
                <a:tab pos="5132705" algn="l"/>
                <a:tab pos="661987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Set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up a</a:t>
            </a:r>
            <a:r>
              <a:rPr lang="en-US" sz="2400" spc="-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circuit</a:t>
            </a:r>
            <a:r>
              <a:rPr lang="en-US" sz="2400" spc="3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with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A58A8"/>
                </a:solidFill>
                <a:latin typeface="Times New Roman"/>
                <a:cs typeface="Times New Roman"/>
              </a:rPr>
              <a:t>9V</a:t>
            </a:r>
            <a:r>
              <a:rPr lang="en-US" sz="2400" spc="-15" dirty="0">
                <a:solidFill>
                  <a:srgbClr val="2A58A8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2A58A8"/>
                </a:solidFill>
                <a:latin typeface="Times New Roman"/>
                <a:cs typeface="Times New Roman"/>
              </a:rPr>
              <a:t>battery</a:t>
            </a:r>
            <a:r>
              <a:rPr lang="en-US" sz="2400" spc="-10" dirty="0">
                <a:latin typeface="Times New Roman"/>
                <a:cs typeface="Times New Roman"/>
              </a:rPr>
              <a:t>, </a:t>
            </a:r>
            <a:r>
              <a:rPr lang="en-US" sz="2400" spc="-10" dirty="0">
                <a:solidFill>
                  <a:srgbClr val="2A58A8"/>
                </a:solidFill>
                <a:latin typeface="Times New Roman"/>
                <a:cs typeface="Times New Roman"/>
              </a:rPr>
              <a:t>transistor</a:t>
            </a:r>
            <a:r>
              <a:rPr lang="en-US" sz="2400" spc="-10" dirty="0">
                <a:latin typeface="Times New Roman"/>
                <a:cs typeface="Times New Roman"/>
              </a:rPr>
              <a:t>, </a:t>
            </a:r>
            <a:r>
              <a:rPr lang="en-US" sz="2400" spc="-20" dirty="0">
                <a:solidFill>
                  <a:srgbClr val="2A58A8"/>
                </a:solidFill>
                <a:latin typeface="Times New Roman"/>
                <a:cs typeface="Times New Roman"/>
              </a:rPr>
              <a:t>LED</a:t>
            </a:r>
            <a:r>
              <a:rPr lang="en-US" sz="2400" spc="-20" dirty="0">
                <a:latin typeface="Times New Roman"/>
                <a:cs typeface="Times New Roman"/>
              </a:rPr>
              <a:t>,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A58A8"/>
                </a:solidFill>
                <a:latin typeface="Times New Roman"/>
                <a:cs typeface="Times New Roman"/>
              </a:rPr>
              <a:t>two</a:t>
            </a:r>
            <a:r>
              <a:rPr lang="en-US" sz="2400" spc="5" dirty="0">
                <a:solidFill>
                  <a:srgbClr val="2A58A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A58A8"/>
                </a:solidFill>
                <a:latin typeface="Times New Roman"/>
                <a:cs typeface="Times New Roman"/>
              </a:rPr>
              <a:t>electrodes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  <a:r>
              <a:rPr lang="en-US" sz="2400" spc="3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one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sense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electrode</a:t>
            </a:r>
            <a:r>
              <a:rPr lang="en-US" sz="2400" spc="30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one </a:t>
            </a:r>
            <a:r>
              <a:rPr lang="en-US" sz="2400" dirty="0">
                <a:latin typeface="Times New Roman"/>
                <a:cs typeface="Times New Roman"/>
              </a:rPr>
              <a:t>glass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reference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electrode.</a:t>
            </a:r>
            <a:endParaRPr lang="en-US" sz="2400" dirty="0">
              <a:latin typeface="Times New Roman"/>
              <a:cs typeface="Times New Roman"/>
            </a:endParaRPr>
          </a:p>
          <a:p>
            <a:pPr marL="269875" marR="107950" indent="-257810" algn="just">
              <a:lnSpc>
                <a:spcPct val="102400"/>
              </a:lnSpc>
              <a:spcBef>
                <a:spcPts val="975"/>
              </a:spcBef>
              <a:buClr>
                <a:srgbClr val="AC3DC1"/>
              </a:buClr>
              <a:buFont typeface="Arial"/>
              <a:buChar char="•"/>
              <a:tabLst>
                <a:tab pos="269875" algn="l"/>
                <a:tab pos="3898900" algn="l"/>
                <a:tab pos="419417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Place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sense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 </a:t>
            </a:r>
            <a:r>
              <a:rPr lang="en-US" sz="2400" dirty="0">
                <a:latin typeface="Times New Roman"/>
                <a:cs typeface="Times New Roman"/>
              </a:rPr>
              <a:t>at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bottom</a:t>
            </a:r>
            <a:r>
              <a:rPr lang="en-US" sz="2400" spc="2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35" dirty="0">
                <a:latin typeface="Times New Roman"/>
                <a:cs typeface="Times New Roman"/>
              </a:rPr>
              <a:t>glass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reference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 </a:t>
            </a:r>
            <a:r>
              <a:rPr lang="en-US" sz="2400" dirty="0">
                <a:latin typeface="Times New Roman"/>
                <a:cs typeface="Times New Roman"/>
              </a:rPr>
              <a:t>above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it.</a:t>
            </a:r>
            <a:endParaRPr lang="en-US" sz="2400" dirty="0">
              <a:latin typeface="Times New Roman"/>
              <a:cs typeface="Times New Roman"/>
            </a:endParaRPr>
          </a:p>
          <a:p>
            <a:pPr marL="269875" marR="5080" indent="-257810" algn="just">
              <a:lnSpc>
                <a:spcPct val="101299"/>
              </a:lnSpc>
              <a:spcBef>
                <a:spcPts val="1015"/>
              </a:spcBef>
              <a:buClr>
                <a:srgbClr val="AC3DC1"/>
              </a:buClr>
              <a:buFont typeface="Arial"/>
              <a:buChar char="•"/>
              <a:tabLst>
                <a:tab pos="269875" algn="l"/>
                <a:tab pos="1661160" algn="l"/>
                <a:tab pos="21844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As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water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comes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contact</a:t>
            </a:r>
            <a:r>
              <a:rPr lang="en-US" sz="2400" spc="1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with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sense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electrode, </a:t>
            </a:r>
            <a:r>
              <a:rPr lang="en-US" sz="2400" dirty="0">
                <a:latin typeface="Times New Roman"/>
                <a:cs typeface="Times New Roman"/>
              </a:rPr>
              <a:t>it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establishes</a:t>
            </a:r>
            <a:r>
              <a:rPr lang="en-US" sz="2400" dirty="0">
                <a:latin typeface="Times New Roman"/>
                <a:cs typeface="Times New Roman"/>
              </a:rPr>
              <a:t>	a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conductive</a:t>
            </a:r>
            <a:r>
              <a:rPr lang="en-US" sz="2400" spc="28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path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between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10" dirty="0">
                <a:latin typeface="Times New Roman"/>
                <a:cs typeface="Times New Roman"/>
              </a:rPr>
              <a:t> sense electrode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glass</a:t>
            </a:r>
            <a:r>
              <a:rPr lang="en-US" sz="2400" spc="204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reference</a:t>
            </a:r>
            <a:r>
              <a:rPr lang="en-US" sz="2400" spc="204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electrode…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3301234-DAFE-3FB8-7911-672D8873E4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941" y="4495220"/>
            <a:ext cx="2648039" cy="198603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 descr="A cloud made of blue circles&#10;&#10;Description automatically generated">
            <a:extLst>
              <a:ext uri="{FF2B5EF4-FFF2-40B4-BE49-F238E27FC236}">
                <a16:creationId xmlns:a16="http://schemas.microsoft.com/office/drawing/2014/main" id="{182D62AD-9B06-64AE-E68E-379F3E59CE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906" y="717886"/>
            <a:ext cx="1482090" cy="148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370705-0FC7-16DE-DD73-911410D623C3}"/>
              </a:ext>
            </a:extLst>
          </p:cNvPr>
          <p:cNvSpPr txBox="1"/>
          <p:nvPr/>
        </p:nvSpPr>
        <p:spPr>
          <a:xfrm>
            <a:off x="4439920" y="1029996"/>
            <a:ext cx="377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WORKING</a:t>
            </a:r>
            <a:r>
              <a:rPr lang="en-US" sz="3200" b="1" spc="-12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spc="-10" dirty="0">
                <a:solidFill>
                  <a:schemeClr val="accent3">
                    <a:lumMod val="75000"/>
                  </a:schemeClr>
                </a:solidFill>
              </a:rPr>
              <a:t>METHOD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14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pencil in a circle&#10;&#10;Description automatically generated">
            <a:extLst>
              <a:ext uri="{FF2B5EF4-FFF2-40B4-BE49-F238E27FC236}">
                <a16:creationId xmlns:a16="http://schemas.microsoft.com/office/drawing/2014/main" id="{181AF1E0-B5BF-33D2-556C-F0F44CC79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820" y="702447"/>
            <a:ext cx="2346913" cy="176018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97218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WORKING</a:t>
            </a:r>
            <a:r>
              <a:rPr lang="en-US" spc="-125"/>
              <a:t> </a:t>
            </a:r>
            <a:r>
              <a:rPr lang="en-US" spc="-10"/>
              <a:t>METHOD</a:t>
            </a:r>
            <a:endParaRPr lang="en-US"/>
          </a:p>
        </p:txBody>
      </p:sp>
      <p:pic>
        <p:nvPicPr>
          <p:cNvPr id="20" name="Picture 19" descr="A pencil in a circle&#10;&#10;Description automatically generated">
            <a:extLst>
              <a:ext uri="{FF2B5EF4-FFF2-40B4-BE49-F238E27FC236}">
                <a16:creationId xmlns:a16="http://schemas.microsoft.com/office/drawing/2014/main" id="{2CB09A68-E17D-231A-20DA-67F8A8FA50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32" y="779777"/>
            <a:ext cx="1754285" cy="1315714"/>
          </a:xfrm>
          <a:prstGeom prst="rect">
            <a:avLst/>
          </a:prstGeom>
        </p:spPr>
      </p:pic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95890" y="-2532789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441450" y="876521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29640E-2721-1153-885D-4E46DCAE7EB9}"/>
              </a:ext>
            </a:extLst>
          </p:cNvPr>
          <p:cNvSpPr txBox="1"/>
          <p:nvPr/>
        </p:nvSpPr>
        <p:spPr>
          <a:xfrm>
            <a:off x="1982470" y="2580861"/>
            <a:ext cx="9786801" cy="1687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indent="-257175">
              <a:lnSpc>
                <a:spcPts val="2865"/>
              </a:lnSpc>
              <a:spcBef>
                <a:spcPts val="100"/>
              </a:spcBef>
              <a:buClr>
                <a:srgbClr val="AC3DC1"/>
              </a:buClr>
              <a:buFont typeface="Arial"/>
              <a:buChar char="•"/>
              <a:tabLst>
                <a:tab pos="26987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This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conducts the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transistors,</a:t>
            </a:r>
            <a:r>
              <a:rPr lang="en-US" sz="2400" spc="2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which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turn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lights up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the</a:t>
            </a:r>
            <a:endParaRPr lang="en-US" sz="2400" dirty="0">
              <a:latin typeface="Times New Roman"/>
              <a:cs typeface="Times New Roman"/>
            </a:endParaRPr>
          </a:p>
          <a:p>
            <a:pPr marL="269875">
              <a:lnSpc>
                <a:spcPts val="2865"/>
              </a:lnSpc>
            </a:pPr>
            <a:r>
              <a:rPr lang="en-US" sz="2400" dirty="0">
                <a:solidFill>
                  <a:srgbClr val="2A58A8"/>
                </a:solidFill>
                <a:latin typeface="Times New Roman"/>
                <a:cs typeface="Times New Roman"/>
              </a:rPr>
              <a:t>LED</a:t>
            </a:r>
            <a:r>
              <a:rPr lang="en-US" sz="2400" dirty="0">
                <a:latin typeface="Times New Roman"/>
                <a:cs typeface="Times New Roman"/>
              </a:rPr>
              <a:t>,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indicating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water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level.</a:t>
            </a:r>
            <a:endParaRPr lang="en-US" sz="2400" dirty="0">
              <a:latin typeface="Times New Roman"/>
              <a:cs typeface="Times New Roman"/>
            </a:endParaRPr>
          </a:p>
          <a:p>
            <a:pPr marL="269875" indent="-257175">
              <a:lnSpc>
                <a:spcPts val="2865"/>
              </a:lnSpc>
              <a:spcBef>
                <a:spcPts val="1025"/>
              </a:spcBef>
              <a:buClr>
                <a:srgbClr val="AC3DC1"/>
              </a:buClr>
              <a:buFont typeface="Arial"/>
              <a:buChar char="•"/>
              <a:tabLst>
                <a:tab pos="26987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water</a:t>
            </a:r>
            <a:r>
              <a:rPr lang="en-US" sz="2400" spc="-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level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can</a:t>
            </a:r>
            <a:r>
              <a:rPr lang="en-US" sz="2400" spc="-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be</a:t>
            </a:r>
            <a:r>
              <a:rPr lang="en-US" sz="2400" spc="-9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determined</a:t>
            </a:r>
            <a:r>
              <a:rPr lang="en-US" sz="2400" spc="1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by</a:t>
            </a:r>
            <a:r>
              <a:rPr lang="en-US" sz="2400" spc="-9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2A58A8"/>
                </a:solidFill>
                <a:latin typeface="Times New Roman"/>
                <a:cs typeface="Times New Roman"/>
              </a:rPr>
              <a:t>height</a:t>
            </a:r>
            <a:r>
              <a:rPr lang="en-US" sz="2400" spc="125" dirty="0">
                <a:solidFill>
                  <a:srgbClr val="2A58A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1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last</a:t>
            </a:r>
            <a:endParaRPr lang="en-US" sz="2400" dirty="0">
              <a:latin typeface="Times New Roman"/>
              <a:cs typeface="Times New Roman"/>
            </a:endParaRPr>
          </a:p>
          <a:p>
            <a:pPr marL="269875">
              <a:lnSpc>
                <a:spcPts val="2865"/>
              </a:lnSpc>
            </a:pPr>
            <a:r>
              <a:rPr lang="en-US" sz="2400" dirty="0">
                <a:latin typeface="Times New Roman"/>
                <a:cs typeface="Times New Roman"/>
              </a:rPr>
              <a:t>dry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electrode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18" name="Picture 17" descr="A cloud made of blue circles&#10;&#10;Description automatically generated">
            <a:extLst>
              <a:ext uri="{FF2B5EF4-FFF2-40B4-BE49-F238E27FC236}">
                <a16:creationId xmlns:a16="http://schemas.microsoft.com/office/drawing/2014/main" id="{182D62AD-9B06-64AE-E68E-379F3E59CE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723" y="772744"/>
            <a:ext cx="1482090" cy="14820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370705-0FC7-16DE-DD73-911410D623C3}"/>
              </a:ext>
            </a:extLst>
          </p:cNvPr>
          <p:cNvSpPr txBox="1"/>
          <p:nvPr/>
        </p:nvSpPr>
        <p:spPr>
          <a:xfrm>
            <a:off x="4439920" y="1029996"/>
            <a:ext cx="377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WORKING</a:t>
            </a:r>
            <a:r>
              <a:rPr lang="en-US" sz="3200" b="1" spc="-125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200" b="1" spc="-10" dirty="0">
                <a:solidFill>
                  <a:schemeClr val="accent3">
                    <a:lumMod val="75000"/>
                  </a:schemeClr>
                </a:solidFill>
              </a:rPr>
              <a:t>METHOD</a:t>
            </a:r>
            <a:endParaRPr lang="en-US" sz="3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A08D4CF8-A46C-D130-4659-212C985D160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0271" y="3898861"/>
            <a:ext cx="1695599" cy="2460017"/>
          </a:xfrm>
          <a:prstGeom prst="rect">
            <a:avLst/>
          </a:prstGeom>
        </p:spPr>
      </p:pic>
      <p:pic>
        <p:nvPicPr>
          <p:cNvPr id="17" name="Picture 16" descr="A diagram of a circuit board&#10;&#10;Description automatically generated">
            <a:extLst>
              <a:ext uri="{FF2B5EF4-FFF2-40B4-BE49-F238E27FC236}">
                <a16:creationId xmlns:a16="http://schemas.microsoft.com/office/drawing/2014/main" id="{DAC09B1B-A0AD-8330-2C1D-0B1BC50E9D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76" y="4259415"/>
            <a:ext cx="2204955" cy="1758382"/>
          </a:xfrm>
          <a:prstGeom prst="rect">
            <a:avLst/>
          </a:prstGeom>
        </p:spPr>
      </p:pic>
      <p:pic>
        <p:nvPicPr>
          <p:cNvPr id="21" name="Picture 20" descr="A close-up of a sign&#10;&#10;Description automatically generated">
            <a:extLst>
              <a:ext uri="{FF2B5EF4-FFF2-40B4-BE49-F238E27FC236}">
                <a16:creationId xmlns:a16="http://schemas.microsoft.com/office/drawing/2014/main" id="{7113E0B1-C58C-B197-03B2-6FAC3D4FBC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95215">
            <a:off x="6341905" y="4301259"/>
            <a:ext cx="842963" cy="11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7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31838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136650" y="203132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8356866" y="2724745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2B4F5C-2418-0DFB-E07D-93B5949E5EF1}"/>
              </a:ext>
            </a:extLst>
          </p:cNvPr>
          <p:cNvSpPr txBox="1"/>
          <p:nvPr/>
        </p:nvSpPr>
        <p:spPr>
          <a:xfrm>
            <a:off x="2743200" y="1186962"/>
            <a:ext cx="3648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FIRST LEVEL (1) : 1 LED ON </a:t>
            </a:r>
          </a:p>
        </p:txBody>
      </p:sp>
      <p:pic>
        <p:nvPicPr>
          <p:cNvPr id="15" name="Picture 14" descr="A cup with wires connected to it&#10;&#10;Description automatically generated">
            <a:extLst>
              <a:ext uri="{FF2B5EF4-FFF2-40B4-BE49-F238E27FC236}">
                <a16:creationId xmlns:a16="http://schemas.microsoft.com/office/drawing/2014/main" id="{07E42C4D-7FAE-A97C-EEA1-710FA1932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870" y="1767899"/>
            <a:ext cx="7357248" cy="414994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500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形">
            <a:extLst>
              <a:ext uri="{FF2B5EF4-FFF2-40B4-BE49-F238E27FC236}">
                <a16:creationId xmlns:a16="http://schemas.microsoft.com/office/drawing/2014/main" id="{D6ADE322-8615-9AEC-5DC1-2B3C5117159E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95331D3C-E0ED-40EF-C544-6F3FD7781185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" name="图形">
            <a:extLst>
              <a:ext uri="{FF2B5EF4-FFF2-40B4-BE49-F238E27FC236}">
                <a16:creationId xmlns:a16="http://schemas.microsoft.com/office/drawing/2014/main" id="{E8185930-1AB1-91AF-9FFC-AB9C3343C67F}"/>
              </a:ext>
            </a:extLst>
          </p:cNvPr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7" name="图形">
              <a:extLst>
                <a:ext uri="{FF2B5EF4-FFF2-40B4-BE49-F238E27FC236}">
                  <a16:creationId xmlns:a16="http://schemas.microsoft.com/office/drawing/2014/main" id="{1B6F1747-9633-0495-0368-29084F5192B5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1B61EC94-DDDA-5D3F-A7E6-96848FE78559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1F6B5F-5ECD-4A88-3CBC-8AA5C84D7D53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8C12A8B2-707A-5548-FD7E-38E233E38E6E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3" name="图形">
            <a:extLst>
              <a:ext uri="{FF2B5EF4-FFF2-40B4-BE49-F238E27FC236}">
                <a16:creationId xmlns:a16="http://schemas.microsoft.com/office/drawing/2014/main" id="{3EE18D5F-558F-F9C4-D244-FED010C58E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Picture 8" descr="A white cup with wires connected to it&#10;&#10;Description automatically generated">
            <a:extLst>
              <a:ext uri="{FF2B5EF4-FFF2-40B4-BE49-F238E27FC236}">
                <a16:creationId xmlns:a16="http://schemas.microsoft.com/office/drawing/2014/main" id="{93204D9D-AB5A-DC86-F12B-DD5E41CC0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60" y="1633750"/>
            <a:ext cx="7382935" cy="41644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9F5DC8-26CF-71E9-A62F-246812EC4774}"/>
              </a:ext>
            </a:extLst>
          </p:cNvPr>
          <p:cNvSpPr txBox="1"/>
          <p:nvPr/>
        </p:nvSpPr>
        <p:spPr>
          <a:xfrm>
            <a:off x="2448560" y="993815"/>
            <a:ext cx="906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SECOND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 LEVEL (2) : 2 LEDS ON </a:t>
            </a:r>
          </a:p>
        </p:txBody>
      </p:sp>
    </p:spTree>
    <p:extLst>
      <p:ext uri="{BB962C8B-B14F-4D97-AF65-F5344CB8AC3E}">
        <p14:creationId xmlns:p14="http://schemas.microsoft.com/office/powerpoint/2010/main" val="299956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形">
            <a:extLst>
              <a:ext uri="{FF2B5EF4-FFF2-40B4-BE49-F238E27FC236}">
                <a16:creationId xmlns:a16="http://schemas.microsoft.com/office/drawing/2014/main" id="{D6ADE322-8615-9AEC-5DC1-2B3C5117159E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95331D3C-E0ED-40EF-C544-6F3FD7781185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6" name="图形">
            <a:extLst>
              <a:ext uri="{FF2B5EF4-FFF2-40B4-BE49-F238E27FC236}">
                <a16:creationId xmlns:a16="http://schemas.microsoft.com/office/drawing/2014/main" id="{E8185930-1AB1-91AF-9FFC-AB9C3343C67F}"/>
              </a:ext>
            </a:extLst>
          </p:cNvPr>
          <p:cNvGrpSpPr/>
          <p:nvPr/>
        </p:nvGrpSpPr>
        <p:grpSpPr>
          <a:xfrm>
            <a:off x="7051992" y="2142539"/>
            <a:ext cx="8634095" cy="8634095"/>
            <a:chOff x="7170" y="5823"/>
            <a:chExt cx="13597" cy="13597"/>
          </a:xfrm>
        </p:grpSpPr>
        <p:sp>
          <p:nvSpPr>
            <p:cNvPr id="7" name="图形">
              <a:extLst>
                <a:ext uri="{FF2B5EF4-FFF2-40B4-BE49-F238E27FC236}">
                  <a16:creationId xmlns:a16="http://schemas.microsoft.com/office/drawing/2014/main" id="{1B6F1747-9633-0495-0368-29084F5192B5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图形">
              <a:extLst>
                <a:ext uri="{FF2B5EF4-FFF2-40B4-BE49-F238E27FC236}">
                  <a16:creationId xmlns:a16="http://schemas.microsoft.com/office/drawing/2014/main" id="{1B61EC94-DDDA-5D3F-A7E6-96848FE78559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1F6B5F-5ECD-4A88-3CBC-8AA5C84D7D53}"/>
              </a:ext>
            </a:extLst>
          </p:cNvPr>
          <p:cNvSpPr/>
          <p:nvPr/>
        </p:nvSpPr>
        <p:spPr>
          <a:xfrm>
            <a:off x="778827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8C12A8B2-707A-5548-FD7E-38E233E38E6E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3" name="图形">
            <a:extLst>
              <a:ext uri="{FF2B5EF4-FFF2-40B4-BE49-F238E27FC236}">
                <a16:creationId xmlns:a16="http://schemas.microsoft.com/office/drawing/2014/main" id="{3EE18D5F-558F-F9C4-D244-FED010C58E4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Picture 8" descr="A cup with wires connected to it&#10;&#10;Description automatically generated">
            <a:extLst>
              <a:ext uri="{FF2B5EF4-FFF2-40B4-BE49-F238E27FC236}">
                <a16:creationId xmlns:a16="http://schemas.microsoft.com/office/drawing/2014/main" id="{733F3D5D-98DF-D3CB-B974-4DDB2785F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513" y="1749819"/>
            <a:ext cx="6934991" cy="39117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079944-6CB7-F437-588B-30CF72FC0187}"/>
              </a:ext>
            </a:extLst>
          </p:cNvPr>
          <p:cNvSpPr txBox="1"/>
          <p:nvPr/>
        </p:nvSpPr>
        <p:spPr>
          <a:xfrm>
            <a:off x="2560216" y="1083081"/>
            <a:ext cx="898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THIRD LEVEL (2) : 3 LEDS ON </a:t>
            </a:r>
          </a:p>
        </p:txBody>
      </p:sp>
    </p:spTree>
    <p:extLst>
      <p:ext uri="{BB962C8B-B14F-4D97-AF65-F5344CB8AC3E}">
        <p14:creationId xmlns:p14="http://schemas.microsoft.com/office/powerpoint/2010/main" val="125868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136650" y="203132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8356866" y="2724745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2" name="WhatsApp Video 2023-08-05 at 23.15.17">
            <a:hlinkClick r:id="" action="ppaction://media"/>
            <a:extLst>
              <a:ext uri="{FF2B5EF4-FFF2-40B4-BE49-F238E27FC236}">
                <a16:creationId xmlns:a16="http://schemas.microsoft.com/office/drawing/2014/main" id="{6085AA31-26C0-68B5-1EA6-8D25213800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40990" y="1828165"/>
            <a:ext cx="6142918" cy="3531378"/>
          </a:xfrm>
          <a:prstGeom prst="rect">
            <a:avLst/>
          </a:prstGeom>
          <a:ln w="107950" cap="rnd">
            <a:solidFill>
              <a:srgbClr val="C8C6BD"/>
            </a:solidFill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17145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08275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93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0312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marR="5080">
              <a:lnSpc>
                <a:spcPct val="86900"/>
              </a:lnSpc>
              <a:spcBef>
                <a:spcPts val="480"/>
              </a:spcBef>
            </a:pP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project</a:t>
            </a:r>
            <a:r>
              <a:rPr lang="en-US" sz="1800" spc="-9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involves</a:t>
            </a:r>
            <a:r>
              <a:rPr lang="en-US" sz="1800" spc="60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the </a:t>
            </a:r>
            <a:r>
              <a:rPr lang="en-US" sz="1800" dirty="0">
                <a:latin typeface="Times New Roman"/>
                <a:cs typeface="Times New Roman"/>
              </a:rPr>
              <a:t>use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1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simple</a:t>
            </a:r>
            <a:r>
              <a:rPr lang="en-US" sz="1800" spc="120" dirty="0">
                <a:latin typeface="Times New Roman"/>
                <a:cs typeface="Times New Roman"/>
              </a:rPr>
              <a:t> </a:t>
            </a:r>
            <a:r>
              <a:rPr lang="en-US" sz="1800" spc="-35" dirty="0">
                <a:latin typeface="Times New Roman"/>
                <a:cs typeface="Times New Roman"/>
              </a:rPr>
              <a:t>components </a:t>
            </a:r>
            <a:r>
              <a:rPr lang="en-US" sz="1800" dirty="0">
                <a:latin typeface="Times New Roman"/>
                <a:cs typeface="Times New Roman"/>
              </a:rPr>
              <a:t>such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as</a:t>
            </a:r>
            <a:r>
              <a:rPr lang="en-US" sz="1800" spc="-14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transistors,</a:t>
            </a:r>
            <a:r>
              <a:rPr lang="en-US" sz="1800" spc="190" dirty="0">
                <a:latin typeface="Times New Roman"/>
                <a:cs typeface="Times New Roman"/>
              </a:rPr>
              <a:t> </a:t>
            </a:r>
            <a:r>
              <a:rPr lang="en-US" sz="1800" spc="-30" dirty="0">
                <a:latin typeface="Times New Roman"/>
                <a:cs typeface="Times New Roman"/>
              </a:rPr>
              <a:t>LEDs, </a:t>
            </a:r>
            <a:r>
              <a:rPr lang="en-US" sz="1800" dirty="0">
                <a:latin typeface="Times New Roman"/>
                <a:cs typeface="Times New Roman"/>
              </a:rPr>
              <a:t>resistors,</a:t>
            </a:r>
            <a:r>
              <a:rPr lang="en-US" sz="1800" spc="8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90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wires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136650" y="203132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8356866" y="2724745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object 3">
            <a:extLst>
              <a:ext uri="{FF2B5EF4-FFF2-40B4-BE49-F238E27FC236}">
                <a16:creationId xmlns:a16="http://schemas.microsoft.com/office/drawing/2014/main" id="{AAE4DB48-A902-8D30-8EF2-CACDF147480E}"/>
              </a:ext>
            </a:extLst>
          </p:cNvPr>
          <p:cNvSpPr txBox="1"/>
          <p:nvPr/>
        </p:nvSpPr>
        <p:spPr>
          <a:xfrm>
            <a:off x="4625999" y="914082"/>
            <a:ext cx="222313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10" dirty="0">
                <a:solidFill>
                  <a:schemeClr val="bg2">
                    <a:lumMod val="50000"/>
                  </a:schemeClr>
                </a:solidFill>
                <a:latin typeface="Calibri Light"/>
                <a:cs typeface="Calibri Light"/>
              </a:rPr>
              <a:t>CONCLUSION</a:t>
            </a:r>
            <a:endParaRPr sz="3200" b="1" dirty="0">
              <a:solidFill>
                <a:schemeClr val="bg2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14" name="object 4">
            <a:extLst>
              <a:ext uri="{FF2B5EF4-FFF2-40B4-BE49-F238E27FC236}">
                <a16:creationId xmlns:a16="http://schemas.microsoft.com/office/drawing/2014/main" id="{8D82C91B-A3BA-0186-5829-C4CBD9EF2DE9}"/>
              </a:ext>
            </a:extLst>
          </p:cNvPr>
          <p:cNvGrpSpPr/>
          <p:nvPr/>
        </p:nvGrpSpPr>
        <p:grpSpPr>
          <a:xfrm>
            <a:off x="3596195" y="1427821"/>
            <a:ext cx="4165364" cy="950214"/>
            <a:chOff x="2962338" y="419163"/>
            <a:chExt cx="4943475" cy="1333500"/>
          </a:xfrm>
        </p:grpSpPr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500D631-3545-8DA2-B337-23C0B88DB9CE}"/>
                </a:ext>
              </a:extLst>
            </p:cNvPr>
            <p:cNvSpPr/>
            <p:nvPr/>
          </p:nvSpPr>
          <p:spPr>
            <a:xfrm>
              <a:off x="2967101" y="423926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4801489" y="0"/>
                  </a:moveTo>
                  <a:lnTo>
                    <a:pt x="132334" y="0"/>
                  </a:lnTo>
                  <a:lnTo>
                    <a:pt x="90480" y="6740"/>
                  </a:lnTo>
                  <a:lnTo>
                    <a:pt x="54150" y="25513"/>
                  </a:lnTo>
                  <a:lnTo>
                    <a:pt x="25513" y="54150"/>
                  </a:lnTo>
                  <a:lnTo>
                    <a:pt x="6740" y="90480"/>
                  </a:lnTo>
                  <a:lnTo>
                    <a:pt x="0" y="132334"/>
                  </a:lnTo>
                  <a:lnTo>
                    <a:pt x="0" y="1191514"/>
                  </a:lnTo>
                  <a:lnTo>
                    <a:pt x="6740" y="1233380"/>
                  </a:lnTo>
                  <a:lnTo>
                    <a:pt x="25513" y="1269741"/>
                  </a:lnTo>
                  <a:lnTo>
                    <a:pt x="54150" y="1298416"/>
                  </a:lnTo>
                  <a:lnTo>
                    <a:pt x="90480" y="1317221"/>
                  </a:lnTo>
                  <a:lnTo>
                    <a:pt x="132334" y="1323975"/>
                  </a:lnTo>
                  <a:lnTo>
                    <a:pt x="4801489" y="1323975"/>
                  </a:lnTo>
                  <a:lnTo>
                    <a:pt x="4843355" y="1317221"/>
                  </a:lnTo>
                  <a:lnTo>
                    <a:pt x="4879716" y="1298416"/>
                  </a:lnTo>
                  <a:lnTo>
                    <a:pt x="4908391" y="1269741"/>
                  </a:lnTo>
                  <a:lnTo>
                    <a:pt x="4927196" y="1233380"/>
                  </a:lnTo>
                  <a:lnTo>
                    <a:pt x="4933950" y="1191514"/>
                  </a:lnTo>
                  <a:lnTo>
                    <a:pt x="4933950" y="132334"/>
                  </a:lnTo>
                  <a:lnTo>
                    <a:pt x="4927196" y="90480"/>
                  </a:lnTo>
                  <a:lnTo>
                    <a:pt x="4908391" y="54150"/>
                  </a:lnTo>
                  <a:lnTo>
                    <a:pt x="4879716" y="25513"/>
                  </a:lnTo>
                  <a:lnTo>
                    <a:pt x="4843355" y="6740"/>
                  </a:lnTo>
                  <a:lnTo>
                    <a:pt x="4801489" y="0"/>
                  </a:lnTo>
                  <a:close/>
                </a:path>
              </a:pathLst>
            </a:custGeom>
            <a:solidFill>
              <a:srgbClr val="A8B8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CCD52397-3190-382E-AF2D-53F1162042E4}"/>
                </a:ext>
              </a:extLst>
            </p:cNvPr>
            <p:cNvSpPr/>
            <p:nvPr/>
          </p:nvSpPr>
          <p:spPr>
            <a:xfrm>
              <a:off x="2967101" y="423926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0" y="132334"/>
                  </a:moveTo>
                  <a:lnTo>
                    <a:pt x="6740" y="90480"/>
                  </a:lnTo>
                  <a:lnTo>
                    <a:pt x="25513" y="54150"/>
                  </a:lnTo>
                  <a:lnTo>
                    <a:pt x="54150" y="25513"/>
                  </a:lnTo>
                  <a:lnTo>
                    <a:pt x="90480" y="6740"/>
                  </a:lnTo>
                  <a:lnTo>
                    <a:pt x="132334" y="0"/>
                  </a:lnTo>
                  <a:lnTo>
                    <a:pt x="4801489" y="0"/>
                  </a:lnTo>
                  <a:lnTo>
                    <a:pt x="4843355" y="6740"/>
                  </a:lnTo>
                  <a:lnTo>
                    <a:pt x="4879716" y="25513"/>
                  </a:lnTo>
                  <a:lnTo>
                    <a:pt x="4908391" y="54150"/>
                  </a:lnTo>
                  <a:lnTo>
                    <a:pt x="4927196" y="90480"/>
                  </a:lnTo>
                  <a:lnTo>
                    <a:pt x="4933950" y="132334"/>
                  </a:lnTo>
                  <a:lnTo>
                    <a:pt x="4933950" y="1191514"/>
                  </a:lnTo>
                  <a:lnTo>
                    <a:pt x="4927196" y="1233380"/>
                  </a:lnTo>
                  <a:lnTo>
                    <a:pt x="4908391" y="1269741"/>
                  </a:lnTo>
                  <a:lnTo>
                    <a:pt x="4879716" y="1298416"/>
                  </a:lnTo>
                  <a:lnTo>
                    <a:pt x="4843355" y="1317221"/>
                  </a:lnTo>
                  <a:lnTo>
                    <a:pt x="4801489" y="1323975"/>
                  </a:lnTo>
                  <a:lnTo>
                    <a:pt x="132334" y="1323975"/>
                  </a:lnTo>
                  <a:lnTo>
                    <a:pt x="90480" y="1317221"/>
                  </a:lnTo>
                  <a:lnTo>
                    <a:pt x="54150" y="1298416"/>
                  </a:lnTo>
                  <a:lnTo>
                    <a:pt x="25513" y="1269741"/>
                  </a:lnTo>
                  <a:lnTo>
                    <a:pt x="6740" y="1233380"/>
                  </a:lnTo>
                  <a:lnTo>
                    <a:pt x="0" y="1191514"/>
                  </a:lnTo>
                  <a:lnTo>
                    <a:pt x="0" y="132334"/>
                  </a:lnTo>
                  <a:close/>
                </a:path>
              </a:pathLst>
            </a:custGeom>
            <a:ln w="9525">
              <a:solidFill>
                <a:srgbClr val="467A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8">
            <a:extLst>
              <a:ext uri="{FF2B5EF4-FFF2-40B4-BE49-F238E27FC236}">
                <a16:creationId xmlns:a16="http://schemas.microsoft.com/office/drawing/2014/main" id="{4915BAA7-2E8E-0BC1-10D7-C5C8F6A8C247}"/>
              </a:ext>
            </a:extLst>
          </p:cNvPr>
          <p:cNvGrpSpPr/>
          <p:nvPr/>
        </p:nvGrpSpPr>
        <p:grpSpPr>
          <a:xfrm>
            <a:off x="4314496" y="2554764"/>
            <a:ext cx="4347378" cy="1035335"/>
            <a:chOff x="3371913" y="1981263"/>
            <a:chExt cx="4953000" cy="1333500"/>
          </a:xfrm>
        </p:grpSpPr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6C21E813-48B5-F66C-D211-42F89CAF520D}"/>
                </a:ext>
              </a:extLst>
            </p:cNvPr>
            <p:cNvSpPr/>
            <p:nvPr/>
          </p:nvSpPr>
          <p:spPr>
            <a:xfrm>
              <a:off x="3376676" y="1986026"/>
              <a:ext cx="4943475" cy="1323975"/>
            </a:xfrm>
            <a:custGeom>
              <a:avLst/>
              <a:gdLst/>
              <a:ahLst/>
              <a:cxnLst/>
              <a:rect l="l" t="t" r="r" b="b"/>
              <a:pathLst>
                <a:path w="4943475" h="1323975">
                  <a:moveTo>
                    <a:pt x="4811014" y="0"/>
                  </a:moveTo>
                  <a:lnTo>
                    <a:pt x="132334" y="0"/>
                  </a:lnTo>
                  <a:lnTo>
                    <a:pt x="90480" y="6740"/>
                  </a:lnTo>
                  <a:lnTo>
                    <a:pt x="54150" y="25513"/>
                  </a:lnTo>
                  <a:lnTo>
                    <a:pt x="25513" y="54150"/>
                  </a:lnTo>
                  <a:lnTo>
                    <a:pt x="6740" y="90480"/>
                  </a:lnTo>
                  <a:lnTo>
                    <a:pt x="0" y="132334"/>
                  </a:lnTo>
                  <a:lnTo>
                    <a:pt x="0" y="1191514"/>
                  </a:lnTo>
                  <a:lnTo>
                    <a:pt x="6740" y="1233380"/>
                  </a:lnTo>
                  <a:lnTo>
                    <a:pt x="25513" y="1269741"/>
                  </a:lnTo>
                  <a:lnTo>
                    <a:pt x="54150" y="1298416"/>
                  </a:lnTo>
                  <a:lnTo>
                    <a:pt x="90480" y="1317221"/>
                  </a:lnTo>
                  <a:lnTo>
                    <a:pt x="132334" y="1323975"/>
                  </a:lnTo>
                  <a:lnTo>
                    <a:pt x="4811014" y="1323975"/>
                  </a:lnTo>
                  <a:lnTo>
                    <a:pt x="4852880" y="1317221"/>
                  </a:lnTo>
                  <a:lnTo>
                    <a:pt x="4889241" y="1298416"/>
                  </a:lnTo>
                  <a:lnTo>
                    <a:pt x="4917916" y="1269741"/>
                  </a:lnTo>
                  <a:lnTo>
                    <a:pt x="4936721" y="1233380"/>
                  </a:lnTo>
                  <a:lnTo>
                    <a:pt x="4943475" y="1191514"/>
                  </a:lnTo>
                  <a:lnTo>
                    <a:pt x="4943475" y="132334"/>
                  </a:lnTo>
                  <a:lnTo>
                    <a:pt x="4936721" y="90480"/>
                  </a:lnTo>
                  <a:lnTo>
                    <a:pt x="4917916" y="54150"/>
                  </a:lnTo>
                  <a:lnTo>
                    <a:pt x="4889241" y="25513"/>
                  </a:lnTo>
                  <a:lnTo>
                    <a:pt x="4852880" y="6740"/>
                  </a:lnTo>
                  <a:lnTo>
                    <a:pt x="4811014" y="0"/>
                  </a:lnTo>
                  <a:close/>
                </a:path>
              </a:pathLst>
            </a:custGeom>
            <a:solidFill>
              <a:srgbClr val="A8D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14082D38-CC4A-D3E9-AC37-F542AF355C09}"/>
                </a:ext>
              </a:extLst>
            </p:cNvPr>
            <p:cNvSpPr/>
            <p:nvPr/>
          </p:nvSpPr>
          <p:spPr>
            <a:xfrm>
              <a:off x="3376676" y="1986026"/>
              <a:ext cx="4943475" cy="1323975"/>
            </a:xfrm>
            <a:custGeom>
              <a:avLst/>
              <a:gdLst/>
              <a:ahLst/>
              <a:cxnLst/>
              <a:rect l="l" t="t" r="r" b="b"/>
              <a:pathLst>
                <a:path w="4943475" h="1323975">
                  <a:moveTo>
                    <a:pt x="0" y="132334"/>
                  </a:moveTo>
                  <a:lnTo>
                    <a:pt x="6740" y="90480"/>
                  </a:lnTo>
                  <a:lnTo>
                    <a:pt x="25513" y="54150"/>
                  </a:lnTo>
                  <a:lnTo>
                    <a:pt x="54150" y="25513"/>
                  </a:lnTo>
                  <a:lnTo>
                    <a:pt x="90480" y="6740"/>
                  </a:lnTo>
                  <a:lnTo>
                    <a:pt x="132334" y="0"/>
                  </a:lnTo>
                  <a:lnTo>
                    <a:pt x="4811014" y="0"/>
                  </a:lnTo>
                  <a:lnTo>
                    <a:pt x="4852880" y="6740"/>
                  </a:lnTo>
                  <a:lnTo>
                    <a:pt x="4889241" y="25513"/>
                  </a:lnTo>
                  <a:lnTo>
                    <a:pt x="4917916" y="54150"/>
                  </a:lnTo>
                  <a:lnTo>
                    <a:pt x="4936721" y="90480"/>
                  </a:lnTo>
                  <a:lnTo>
                    <a:pt x="4943475" y="132334"/>
                  </a:lnTo>
                  <a:lnTo>
                    <a:pt x="4943475" y="1191514"/>
                  </a:lnTo>
                  <a:lnTo>
                    <a:pt x="4936721" y="1233380"/>
                  </a:lnTo>
                  <a:lnTo>
                    <a:pt x="4917916" y="1269741"/>
                  </a:lnTo>
                  <a:lnTo>
                    <a:pt x="4889241" y="1298416"/>
                  </a:lnTo>
                  <a:lnTo>
                    <a:pt x="4852880" y="1317221"/>
                  </a:lnTo>
                  <a:lnTo>
                    <a:pt x="4811014" y="1323975"/>
                  </a:lnTo>
                  <a:lnTo>
                    <a:pt x="132334" y="1323975"/>
                  </a:lnTo>
                  <a:lnTo>
                    <a:pt x="90480" y="1317221"/>
                  </a:lnTo>
                  <a:lnTo>
                    <a:pt x="54150" y="1298416"/>
                  </a:lnTo>
                  <a:lnTo>
                    <a:pt x="25513" y="1269741"/>
                  </a:lnTo>
                  <a:lnTo>
                    <a:pt x="6740" y="1233380"/>
                  </a:lnTo>
                  <a:lnTo>
                    <a:pt x="0" y="1191514"/>
                  </a:lnTo>
                  <a:lnTo>
                    <a:pt x="0" y="132334"/>
                  </a:lnTo>
                  <a:close/>
                </a:path>
              </a:pathLst>
            </a:custGeom>
            <a:ln w="9525">
              <a:solidFill>
                <a:srgbClr val="46B1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12">
            <a:extLst>
              <a:ext uri="{FF2B5EF4-FFF2-40B4-BE49-F238E27FC236}">
                <a16:creationId xmlns:a16="http://schemas.microsoft.com/office/drawing/2014/main" id="{9627EAA9-B0E0-E0E0-A2F8-F688532573A0}"/>
              </a:ext>
            </a:extLst>
          </p:cNvPr>
          <p:cNvGrpSpPr/>
          <p:nvPr/>
        </p:nvGrpSpPr>
        <p:grpSpPr>
          <a:xfrm>
            <a:off x="5444591" y="3803396"/>
            <a:ext cx="5007405" cy="2270791"/>
            <a:chOff x="3781488" y="3552888"/>
            <a:chExt cx="5362575" cy="2895600"/>
          </a:xfrm>
        </p:grpSpPr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5D60AA15-367E-E13A-AAF9-77BEFD72035A}"/>
                </a:ext>
              </a:extLst>
            </p:cNvPr>
            <p:cNvSpPr/>
            <p:nvPr/>
          </p:nvSpPr>
          <p:spPr>
            <a:xfrm>
              <a:off x="3786251" y="3557651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4801489" y="0"/>
                  </a:moveTo>
                  <a:lnTo>
                    <a:pt x="132334" y="0"/>
                  </a:lnTo>
                  <a:lnTo>
                    <a:pt x="90480" y="6740"/>
                  </a:lnTo>
                  <a:lnTo>
                    <a:pt x="54150" y="25513"/>
                  </a:lnTo>
                  <a:lnTo>
                    <a:pt x="25513" y="54150"/>
                  </a:lnTo>
                  <a:lnTo>
                    <a:pt x="6740" y="90480"/>
                  </a:lnTo>
                  <a:lnTo>
                    <a:pt x="0" y="132334"/>
                  </a:lnTo>
                  <a:lnTo>
                    <a:pt x="0" y="1191514"/>
                  </a:lnTo>
                  <a:lnTo>
                    <a:pt x="6740" y="1233380"/>
                  </a:lnTo>
                  <a:lnTo>
                    <a:pt x="25513" y="1269741"/>
                  </a:lnTo>
                  <a:lnTo>
                    <a:pt x="54150" y="1298416"/>
                  </a:lnTo>
                  <a:lnTo>
                    <a:pt x="90480" y="1317221"/>
                  </a:lnTo>
                  <a:lnTo>
                    <a:pt x="132334" y="1323975"/>
                  </a:lnTo>
                  <a:lnTo>
                    <a:pt x="4801489" y="1323975"/>
                  </a:lnTo>
                  <a:lnTo>
                    <a:pt x="4843355" y="1317221"/>
                  </a:lnTo>
                  <a:lnTo>
                    <a:pt x="4879716" y="1298416"/>
                  </a:lnTo>
                  <a:lnTo>
                    <a:pt x="4908391" y="1269741"/>
                  </a:lnTo>
                  <a:lnTo>
                    <a:pt x="4927196" y="1233380"/>
                  </a:lnTo>
                  <a:lnTo>
                    <a:pt x="4933950" y="1191514"/>
                  </a:lnTo>
                  <a:lnTo>
                    <a:pt x="4933950" y="132334"/>
                  </a:lnTo>
                  <a:lnTo>
                    <a:pt x="4927196" y="90480"/>
                  </a:lnTo>
                  <a:lnTo>
                    <a:pt x="4908391" y="54150"/>
                  </a:lnTo>
                  <a:lnTo>
                    <a:pt x="4879716" y="25513"/>
                  </a:lnTo>
                  <a:lnTo>
                    <a:pt x="4843355" y="6740"/>
                  </a:lnTo>
                  <a:lnTo>
                    <a:pt x="4801489" y="0"/>
                  </a:lnTo>
                  <a:close/>
                </a:path>
              </a:pathLst>
            </a:custGeom>
            <a:solidFill>
              <a:srgbClr val="CEA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954F68ED-F0DE-E455-8E5F-9E7956FF10F0}"/>
                </a:ext>
              </a:extLst>
            </p:cNvPr>
            <p:cNvSpPr/>
            <p:nvPr/>
          </p:nvSpPr>
          <p:spPr>
            <a:xfrm>
              <a:off x="3786251" y="3557651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0" y="132334"/>
                  </a:moveTo>
                  <a:lnTo>
                    <a:pt x="6740" y="90480"/>
                  </a:lnTo>
                  <a:lnTo>
                    <a:pt x="25513" y="54150"/>
                  </a:lnTo>
                  <a:lnTo>
                    <a:pt x="54150" y="25513"/>
                  </a:lnTo>
                  <a:lnTo>
                    <a:pt x="90480" y="6740"/>
                  </a:lnTo>
                  <a:lnTo>
                    <a:pt x="132334" y="0"/>
                  </a:lnTo>
                  <a:lnTo>
                    <a:pt x="4801489" y="0"/>
                  </a:lnTo>
                  <a:lnTo>
                    <a:pt x="4843355" y="6740"/>
                  </a:lnTo>
                  <a:lnTo>
                    <a:pt x="4879716" y="25513"/>
                  </a:lnTo>
                  <a:lnTo>
                    <a:pt x="4908391" y="54150"/>
                  </a:lnTo>
                  <a:lnTo>
                    <a:pt x="4927196" y="90480"/>
                  </a:lnTo>
                  <a:lnTo>
                    <a:pt x="4933950" y="132334"/>
                  </a:lnTo>
                  <a:lnTo>
                    <a:pt x="4933950" y="1191514"/>
                  </a:lnTo>
                  <a:lnTo>
                    <a:pt x="4927196" y="1233380"/>
                  </a:lnTo>
                  <a:lnTo>
                    <a:pt x="4908391" y="1269741"/>
                  </a:lnTo>
                  <a:lnTo>
                    <a:pt x="4879716" y="1298416"/>
                  </a:lnTo>
                  <a:lnTo>
                    <a:pt x="4843355" y="1317221"/>
                  </a:lnTo>
                  <a:lnTo>
                    <a:pt x="4801489" y="1323975"/>
                  </a:lnTo>
                  <a:lnTo>
                    <a:pt x="132334" y="1323975"/>
                  </a:lnTo>
                  <a:lnTo>
                    <a:pt x="90480" y="1317221"/>
                  </a:lnTo>
                  <a:lnTo>
                    <a:pt x="54150" y="1298416"/>
                  </a:lnTo>
                  <a:lnTo>
                    <a:pt x="25513" y="1269741"/>
                  </a:lnTo>
                  <a:lnTo>
                    <a:pt x="6740" y="1233380"/>
                  </a:lnTo>
                  <a:lnTo>
                    <a:pt x="0" y="1191514"/>
                  </a:lnTo>
                  <a:lnTo>
                    <a:pt x="0" y="132334"/>
                  </a:lnTo>
                  <a:close/>
                </a:path>
              </a:pathLst>
            </a:custGeom>
            <a:ln w="9525">
              <a:solidFill>
                <a:srgbClr val="AC3D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20BCB06F-4927-4DC0-84C0-F37A6EE16D4A}"/>
                </a:ext>
              </a:extLst>
            </p:cNvPr>
            <p:cNvSpPr/>
            <p:nvPr/>
          </p:nvSpPr>
          <p:spPr>
            <a:xfrm>
              <a:off x="4205351" y="5119751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4801489" y="0"/>
                  </a:moveTo>
                  <a:lnTo>
                    <a:pt x="132334" y="0"/>
                  </a:lnTo>
                  <a:lnTo>
                    <a:pt x="90480" y="6740"/>
                  </a:lnTo>
                  <a:lnTo>
                    <a:pt x="54150" y="25513"/>
                  </a:lnTo>
                  <a:lnTo>
                    <a:pt x="25513" y="54150"/>
                  </a:lnTo>
                  <a:lnTo>
                    <a:pt x="6740" y="90480"/>
                  </a:lnTo>
                  <a:lnTo>
                    <a:pt x="0" y="132334"/>
                  </a:lnTo>
                  <a:lnTo>
                    <a:pt x="0" y="1191514"/>
                  </a:lnTo>
                  <a:lnTo>
                    <a:pt x="6740" y="1233363"/>
                  </a:lnTo>
                  <a:lnTo>
                    <a:pt x="25513" y="1269708"/>
                  </a:lnTo>
                  <a:lnTo>
                    <a:pt x="54150" y="1298368"/>
                  </a:lnTo>
                  <a:lnTo>
                    <a:pt x="90480" y="1317162"/>
                  </a:lnTo>
                  <a:lnTo>
                    <a:pt x="132334" y="1323911"/>
                  </a:lnTo>
                  <a:lnTo>
                    <a:pt x="4801489" y="1323911"/>
                  </a:lnTo>
                  <a:lnTo>
                    <a:pt x="4843355" y="1317162"/>
                  </a:lnTo>
                  <a:lnTo>
                    <a:pt x="4879716" y="1298368"/>
                  </a:lnTo>
                  <a:lnTo>
                    <a:pt x="4908391" y="1269708"/>
                  </a:lnTo>
                  <a:lnTo>
                    <a:pt x="4927196" y="1233363"/>
                  </a:lnTo>
                  <a:lnTo>
                    <a:pt x="4933950" y="1191514"/>
                  </a:lnTo>
                  <a:lnTo>
                    <a:pt x="4933950" y="132334"/>
                  </a:lnTo>
                  <a:lnTo>
                    <a:pt x="4927196" y="90480"/>
                  </a:lnTo>
                  <a:lnTo>
                    <a:pt x="4908391" y="54150"/>
                  </a:lnTo>
                  <a:lnTo>
                    <a:pt x="4879716" y="25513"/>
                  </a:lnTo>
                  <a:lnTo>
                    <a:pt x="4843355" y="6740"/>
                  </a:lnTo>
                  <a:lnTo>
                    <a:pt x="4801489" y="0"/>
                  </a:lnTo>
                  <a:close/>
                </a:path>
              </a:pathLst>
            </a:custGeom>
            <a:solidFill>
              <a:srgbClr val="EAC6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0C05DED9-0D66-DC86-71ED-3E31C8AAE176}"/>
                </a:ext>
              </a:extLst>
            </p:cNvPr>
            <p:cNvSpPr/>
            <p:nvPr/>
          </p:nvSpPr>
          <p:spPr>
            <a:xfrm>
              <a:off x="4205351" y="5119751"/>
              <a:ext cx="4933950" cy="1323975"/>
            </a:xfrm>
            <a:custGeom>
              <a:avLst/>
              <a:gdLst/>
              <a:ahLst/>
              <a:cxnLst/>
              <a:rect l="l" t="t" r="r" b="b"/>
              <a:pathLst>
                <a:path w="4933950" h="1323975">
                  <a:moveTo>
                    <a:pt x="0" y="132334"/>
                  </a:moveTo>
                  <a:lnTo>
                    <a:pt x="6740" y="90480"/>
                  </a:lnTo>
                  <a:lnTo>
                    <a:pt x="25513" y="54150"/>
                  </a:lnTo>
                  <a:lnTo>
                    <a:pt x="54150" y="25513"/>
                  </a:lnTo>
                  <a:lnTo>
                    <a:pt x="90480" y="6740"/>
                  </a:lnTo>
                  <a:lnTo>
                    <a:pt x="132334" y="0"/>
                  </a:lnTo>
                  <a:lnTo>
                    <a:pt x="4801489" y="0"/>
                  </a:lnTo>
                  <a:lnTo>
                    <a:pt x="4843355" y="6740"/>
                  </a:lnTo>
                  <a:lnTo>
                    <a:pt x="4879716" y="25513"/>
                  </a:lnTo>
                  <a:lnTo>
                    <a:pt x="4908391" y="54150"/>
                  </a:lnTo>
                  <a:lnTo>
                    <a:pt x="4927196" y="90480"/>
                  </a:lnTo>
                  <a:lnTo>
                    <a:pt x="4933950" y="132334"/>
                  </a:lnTo>
                  <a:lnTo>
                    <a:pt x="4933950" y="1191514"/>
                  </a:lnTo>
                  <a:lnTo>
                    <a:pt x="4927196" y="1233363"/>
                  </a:lnTo>
                  <a:lnTo>
                    <a:pt x="4908391" y="1269708"/>
                  </a:lnTo>
                  <a:lnTo>
                    <a:pt x="4879716" y="1298368"/>
                  </a:lnTo>
                  <a:lnTo>
                    <a:pt x="4843355" y="1317162"/>
                  </a:lnTo>
                  <a:lnTo>
                    <a:pt x="4801489" y="1323911"/>
                  </a:lnTo>
                  <a:lnTo>
                    <a:pt x="132334" y="1323911"/>
                  </a:lnTo>
                  <a:lnTo>
                    <a:pt x="90480" y="1317162"/>
                  </a:lnTo>
                  <a:lnTo>
                    <a:pt x="54150" y="1298368"/>
                  </a:lnTo>
                  <a:lnTo>
                    <a:pt x="25513" y="1269708"/>
                  </a:lnTo>
                  <a:lnTo>
                    <a:pt x="6740" y="1233363"/>
                  </a:lnTo>
                  <a:lnTo>
                    <a:pt x="0" y="1191514"/>
                  </a:lnTo>
                  <a:lnTo>
                    <a:pt x="0" y="132334"/>
                  </a:lnTo>
                  <a:close/>
                </a:path>
              </a:pathLst>
            </a:custGeom>
            <a:ln w="9525">
              <a:solidFill>
                <a:srgbClr val="DD9D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18">
            <a:extLst>
              <a:ext uri="{FF2B5EF4-FFF2-40B4-BE49-F238E27FC236}">
                <a16:creationId xmlns:a16="http://schemas.microsoft.com/office/drawing/2014/main" id="{BE305559-62C7-1130-CE65-B819167B7B20}"/>
              </a:ext>
            </a:extLst>
          </p:cNvPr>
          <p:cNvGrpSpPr/>
          <p:nvPr/>
        </p:nvGrpSpPr>
        <p:grpSpPr>
          <a:xfrm>
            <a:off x="7386221" y="2031326"/>
            <a:ext cx="1765716" cy="3000838"/>
            <a:chOff x="7039038" y="1428813"/>
            <a:chExt cx="1685925" cy="4010025"/>
          </a:xfrm>
        </p:grpSpPr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9789BBA6-DCD6-98E3-6BEB-809E49AB060E}"/>
                </a:ext>
              </a:extLst>
            </p:cNvPr>
            <p:cNvSpPr/>
            <p:nvPr/>
          </p:nvSpPr>
          <p:spPr>
            <a:xfrm>
              <a:off x="7043801" y="1433575"/>
              <a:ext cx="857250" cy="866775"/>
            </a:xfrm>
            <a:custGeom>
              <a:avLst/>
              <a:gdLst/>
              <a:ahLst/>
              <a:cxnLst/>
              <a:rect l="l" t="t" r="r" b="b"/>
              <a:pathLst>
                <a:path w="857250" h="866775">
                  <a:moveTo>
                    <a:pt x="664337" y="0"/>
                  </a:moveTo>
                  <a:lnTo>
                    <a:pt x="192785" y="0"/>
                  </a:lnTo>
                  <a:lnTo>
                    <a:pt x="192785" y="480949"/>
                  </a:lnTo>
                  <a:lnTo>
                    <a:pt x="0" y="480949"/>
                  </a:lnTo>
                  <a:lnTo>
                    <a:pt x="428625" y="866775"/>
                  </a:lnTo>
                  <a:lnTo>
                    <a:pt x="857250" y="480949"/>
                  </a:lnTo>
                  <a:lnTo>
                    <a:pt x="664337" y="480949"/>
                  </a:lnTo>
                  <a:lnTo>
                    <a:pt x="664337" y="0"/>
                  </a:lnTo>
                  <a:close/>
                </a:path>
              </a:pathLst>
            </a:custGeom>
            <a:solidFill>
              <a:srgbClr val="CFD6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0">
              <a:extLst>
                <a:ext uri="{FF2B5EF4-FFF2-40B4-BE49-F238E27FC236}">
                  <a16:creationId xmlns:a16="http://schemas.microsoft.com/office/drawing/2014/main" id="{EF994D85-4349-A210-E1CD-4CD0F268C369}"/>
                </a:ext>
              </a:extLst>
            </p:cNvPr>
            <p:cNvSpPr/>
            <p:nvPr/>
          </p:nvSpPr>
          <p:spPr>
            <a:xfrm>
              <a:off x="7043801" y="1433575"/>
              <a:ext cx="857250" cy="866775"/>
            </a:xfrm>
            <a:custGeom>
              <a:avLst/>
              <a:gdLst/>
              <a:ahLst/>
              <a:cxnLst/>
              <a:rect l="l" t="t" r="r" b="b"/>
              <a:pathLst>
                <a:path w="857250" h="866775">
                  <a:moveTo>
                    <a:pt x="0" y="480949"/>
                  </a:moveTo>
                  <a:lnTo>
                    <a:pt x="192785" y="480949"/>
                  </a:lnTo>
                  <a:lnTo>
                    <a:pt x="192785" y="0"/>
                  </a:lnTo>
                  <a:lnTo>
                    <a:pt x="664337" y="0"/>
                  </a:lnTo>
                  <a:lnTo>
                    <a:pt x="664337" y="480949"/>
                  </a:lnTo>
                  <a:lnTo>
                    <a:pt x="857250" y="480949"/>
                  </a:lnTo>
                  <a:lnTo>
                    <a:pt x="428625" y="866775"/>
                  </a:lnTo>
                  <a:lnTo>
                    <a:pt x="0" y="480949"/>
                  </a:lnTo>
                  <a:close/>
                </a:path>
              </a:pathLst>
            </a:custGeom>
            <a:ln w="9525">
              <a:solidFill>
                <a:srgbClr val="CFD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F43D561F-405B-61B5-D14F-5956780344C8}"/>
                </a:ext>
              </a:extLst>
            </p:cNvPr>
            <p:cNvSpPr/>
            <p:nvPr/>
          </p:nvSpPr>
          <p:spPr>
            <a:xfrm>
              <a:off x="7453376" y="3005200"/>
              <a:ext cx="866775" cy="857250"/>
            </a:xfrm>
            <a:custGeom>
              <a:avLst/>
              <a:gdLst/>
              <a:ahLst/>
              <a:cxnLst/>
              <a:rect l="l" t="t" r="r" b="b"/>
              <a:pathLst>
                <a:path w="866775" h="857250">
                  <a:moveTo>
                    <a:pt x="671702" y="0"/>
                  </a:moveTo>
                  <a:lnTo>
                    <a:pt x="194945" y="0"/>
                  </a:lnTo>
                  <a:lnTo>
                    <a:pt x="194945" y="471424"/>
                  </a:lnTo>
                  <a:lnTo>
                    <a:pt x="0" y="471424"/>
                  </a:lnTo>
                  <a:lnTo>
                    <a:pt x="433324" y="857250"/>
                  </a:lnTo>
                  <a:lnTo>
                    <a:pt x="866775" y="471424"/>
                  </a:lnTo>
                  <a:lnTo>
                    <a:pt x="671702" y="471424"/>
                  </a:lnTo>
                  <a:lnTo>
                    <a:pt x="671702" y="0"/>
                  </a:lnTo>
                  <a:close/>
                </a:path>
              </a:pathLst>
            </a:custGeom>
            <a:solidFill>
              <a:srgbClr val="CFE3E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A30DA375-2640-F329-8931-49557D134F69}"/>
                </a:ext>
              </a:extLst>
            </p:cNvPr>
            <p:cNvSpPr/>
            <p:nvPr/>
          </p:nvSpPr>
          <p:spPr>
            <a:xfrm>
              <a:off x="7453376" y="3005200"/>
              <a:ext cx="866775" cy="857250"/>
            </a:xfrm>
            <a:custGeom>
              <a:avLst/>
              <a:gdLst/>
              <a:ahLst/>
              <a:cxnLst/>
              <a:rect l="l" t="t" r="r" b="b"/>
              <a:pathLst>
                <a:path w="866775" h="857250">
                  <a:moveTo>
                    <a:pt x="0" y="471424"/>
                  </a:moveTo>
                  <a:lnTo>
                    <a:pt x="194945" y="471424"/>
                  </a:lnTo>
                  <a:lnTo>
                    <a:pt x="194945" y="0"/>
                  </a:lnTo>
                  <a:lnTo>
                    <a:pt x="671702" y="0"/>
                  </a:lnTo>
                  <a:lnTo>
                    <a:pt x="671702" y="471424"/>
                  </a:lnTo>
                  <a:lnTo>
                    <a:pt x="866775" y="471424"/>
                  </a:lnTo>
                  <a:lnTo>
                    <a:pt x="433324" y="857250"/>
                  </a:lnTo>
                  <a:lnTo>
                    <a:pt x="0" y="471424"/>
                  </a:lnTo>
                  <a:close/>
                </a:path>
              </a:pathLst>
            </a:custGeom>
            <a:ln w="9525">
              <a:solidFill>
                <a:srgbClr val="CFE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3">
              <a:extLst>
                <a:ext uri="{FF2B5EF4-FFF2-40B4-BE49-F238E27FC236}">
                  <a16:creationId xmlns:a16="http://schemas.microsoft.com/office/drawing/2014/main" id="{45EFD6A8-58BB-0CF8-ABC6-0D3FABB9C154}"/>
                </a:ext>
              </a:extLst>
            </p:cNvPr>
            <p:cNvSpPr/>
            <p:nvPr/>
          </p:nvSpPr>
          <p:spPr>
            <a:xfrm>
              <a:off x="7862951" y="4567300"/>
              <a:ext cx="857250" cy="866775"/>
            </a:xfrm>
            <a:custGeom>
              <a:avLst/>
              <a:gdLst/>
              <a:ahLst/>
              <a:cxnLst/>
              <a:rect l="l" t="t" r="r" b="b"/>
              <a:pathLst>
                <a:path w="857250" h="866775">
                  <a:moveTo>
                    <a:pt x="664337" y="0"/>
                  </a:moveTo>
                  <a:lnTo>
                    <a:pt x="192785" y="0"/>
                  </a:lnTo>
                  <a:lnTo>
                    <a:pt x="192785" y="480949"/>
                  </a:lnTo>
                  <a:lnTo>
                    <a:pt x="0" y="480949"/>
                  </a:lnTo>
                  <a:lnTo>
                    <a:pt x="428625" y="866775"/>
                  </a:lnTo>
                  <a:lnTo>
                    <a:pt x="857250" y="480949"/>
                  </a:lnTo>
                  <a:lnTo>
                    <a:pt x="664337" y="480949"/>
                  </a:lnTo>
                  <a:lnTo>
                    <a:pt x="664337" y="0"/>
                  </a:lnTo>
                  <a:close/>
                </a:path>
              </a:pathLst>
            </a:custGeom>
            <a:solidFill>
              <a:srgbClr val="CFE3D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4">
              <a:extLst>
                <a:ext uri="{FF2B5EF4-FFF2-40B4-BE49-F238E27FC236}">
                  <a16:creationId xmlns:a16="http://schemas.microsoft.com/office/drawing/2014/main" id="{B5C3365C-75F6-35F3-7126-B9692ED0CBDF}"/>
                </a:ext>
              </a:extLst>
            </p:cNvPr>
            <p:cNvSpPr/>
            <p:nvPr/>
          </p:nvSpPr>
          <p:spPr>
            <a:xfrm>
              <a:off x="7862951" y="4567300"/>
              <a:ext cx="857250" cy="866775"/>
            </a:xfrm>
            <a:custGeom>
              <a:avLst/>
              <a:gdLst/>
              <a:ahLst/>
              <a:cxnLst/>
              <a:rect l="l" t="t" r="r" b="b"/>
              <a:pathLst>
                <a:path w="857250" h="866775">
                  <a:moveTo>
                    <a:pt x="0" y="480949"/>
                  </a:moveTo>
                  <a:lnTo>
                    <a:pt x="192785" y="480949"/>
                  </a:lnTo>
                  <a:lnTo>
                    <a:pt x="192785" y="0"/>
                  </a:lnTo>
                  <a:lnTo>
                    <a:pt x="664337" y="0"/>
                  </a:lnTo>
                  <a:lnTo>
                    <a:pt x="664337" y="480949"/>
                  </a:lnTo>
                  <a:lnTo>
                    <a:pt x="857250" y="480949"/>
                  </a:lnTo>
                  <a:lnTo>
                    <a:pt x="428625" y="866775"/>
                  </a:lnTo>
                  <a:lnTo>
                    <a:pt x="0" y="480949"/>
                  </a:lnTo>
                  <a:close/>
                </a:path>
              </a:pathLst>
            </a:custGeom>
            <a:ln w="9525">
              <a:solidFill>
                <a:srgbClr val="CFE3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B4B328F-9DB8-4D0A-3DED-3BBFD4076D75}"/>
              </a:ext>
            </a:extLst>
          </p:cNvPr>
          <p:cNvSpPr txBox="1"/>
          <p:nvPr/>
        </p:nvSpPr>
        <p:spPr>
          <a:xfrm>
            <a:off x="3872909" y="1614060"/>
            <a:ext cx="3565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latin typeface="Times New Roman"/>
                <a:cs typeface="Times New Roman"/>
              </a:rPr>
              <a:t>The</a:t>
            </a:r>
            <a:r>
              <a:rPr lang="en-US" sz="1800" b="0" spc="40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water</a:t>
            </a:r>
            <a:r>
              <a:rPr lang="en-US" sz="1800" b="0" spc="-60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level</a:t>
            </a:r>
            <a:r>
              <a:rPr lang="en-US" sz="1800" b="0" spc="-5" dirty="0">
                <a:latin typeface="Times New Roman"/>
                <a:cs typeface="Times New Roman"/>
              </a:rPr>
              <a:t> </a:t>
            </a:r>
            <a:r>
              <a:rPr lang="en-US" sz="1800" b="0" spc="-10" dirty="0">
                <a:latin typeface="Times New Roman"/>
                <a:cs typeface="Times New Roman"/>
              </a:rPr>
              <a:t>indicator </a:t>
            </a:r>
            <a:r>
              <a:rPr lang="en-US" sz="1800" b="0" dirty="0">
                <a:latin typeface="Times New Roman"/>
                <a:cs typeface="Times New Roman"/>
              </a:rPr>
              <a:t>is</a:t>
            </a:r>
            <a:r>
              <a:rPr lang="en-US" sz="1800" b="0" spc="-110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a</a:t>
            </a:r>
            <a:r>
              <a:rPr lang="en-US" sz="1800" b="0" spc="-35" dirty="0">
                <a:latin typeface="Times New Roman"/>
                <a:cs typeface="Times New Roman"/>
              </a:rPr>
              <a:t> </a:t>
            </a:r>
            <a:r>
              <a:rPr lang="en-US" sz="1800" b="0" spc="-10" dirty="0">
                <a:latin typeface="Times New Roman"/>
                <a:cs typeface="Times New Roman"/>
              </a:rPr>
              <a:t>useful</a:t>
            </a:r>
            <a:endParaRPr lang="en-US" spc="180" dirty="0">
              <a:latin typeface="Times New Roman"/>
              <a:cs typeface="Times New Roman"/>
            </a:endParaRPr>
          </a:p>
          <a:p>
            <a:r>
              <a:rPr lang="en-US" sz="1800" b="0" dirty="0">
                <a:latin typeface="Times New Roman"/>
                <a:cs typeface="Times New Roman"/>
              </a:rPr>
              <a:t>device</a:t>
            </a:r>
            <a:r>
              <a:rPr lang="en-US" sz="1800" b="0" spc="-30" dirty="0">
                <a:latin typeface="Times New Roman"/>
                <a:cs typeface="Times New Roman"/>
              </a:rPr>
              <a:t> </a:t>
            </a:r>
            <a:r>
              <a:rPr lang="en-US" sz="1800" b="0" spc="-25" dirty="0">
                <a:latin typeface="Times New Roman"/>
                <a:cs typeface="Times New Roman"/>
              </a:rPr>
              <a:t>for </a:t>
            </a:r>
            <a:r>
              <a:rPr lang="en-US" sz="1800" b="0" dirty="0">
                <a:latin typeface="Times New Roman"/>
                <a:cs typeface="Times New Roman"/>
              </a:rPr>
              <a:t>monitoring</a:t>
            </a:r>
            <a:r>
              <a:rPr lang="en-US" sz="1800" b="0" spc="35" dirty="0">
                <a:latin typeface="Times New Roman"/>
                <a:cs typeface="Times New Roman"/>
              </a:rPr>
              <a:t> </a:t>
            </a:r>
            <a:r>
              <a:rPr lang="en-US" sz="1800" b="0" dirty="0">
                <a:latin typeface="Times New Roman"/>
                <a:cs typeface="Times New Roman"/>
              </a:rPr>
              <a:t>the</a:t>
            </a:r>
            <a:r>
              <a:rPr lang="en-US" sz="1800" b="0" spc="-90" dirty="0">
                <a:latin typeface="Times New Roman"/>
                <a:cs typeface="Times New Roman"/>
              </a:rPr>
              <a:t> </a:t>
            </a:r>
            <a:r>
              <a:rPr lang="en-US" sz="1800" b="0" spc="-20" dirty="0">
                <a:latin typeface="Times New Roman"/>
                <a:cs typeface="Times New Roman"/>
              </a:rPr>
              <a:t>water </a:t>
            </a:r>
            <a:r>
              <a:rPr lang="en-US" sz="1800" b="0" spc="-10" dirty="0">
                <a:latin typeface="Times New Roman"/>
                <a:cs typeface="Times New Roman"/>
              </a:rPr>
              <a:t>level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96C7F0-15AC-CA68-1A17-3E75524E255D}"/>
              </a:ext>
            </a:extLst>
          </p:cNvPr>
          <p:cNvSpPr txBox="1"/>
          <p:nvPr/>
        </p:nvSpPr>
        <p:spPr>
          <a:xfrm>
            <a:off x="4326376" y="2660597"/>
            <a:ext cx="9641148" cy="94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86900"/>
              </a:lnSpc>
              <a:spcBef>
                <a:spcPts val="480"/>
              </a:spcBef>
            </a:pP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project</a:t>
            </a:r>
            <a:r>
              <a:rPr lang="en-US" sz="1800" spc="-9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involves</a:t>
            </a:r>
            <a:r>
              <a:rPr lang="en-US" sz="1800" spc="60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the </a:t>
            </a:r>
            <a:r>
              <a:rPr lang="en-US" sz="1800" dirty="0">
                <a:latin typeface="Times New Roman"/>
                <a:cs typeface="Times New Roman"/>
              </a:rPr>
              <a:t>use</a:t>
            </a:r>
            <a:r>
              <a:rPr lang="en-US" sz="1800" spc="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1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simple</a:t>
            </a:r>
            <a:r>
              <a:rPr lang="en-US" sz="1800" spc="120" dirty="0">
                <a:latin typeface="Times New Roman"/>
                <a:cs typeface="Times New Roman"/>
              </a:rPr>
              <a:t> </a:t>
            </a:r>
          </a:p>
          <a:p>
            <a:pPr marL="12700" marR="5080">
              <a:lnSpc>
                <a:spcPct val="86900"/>
              </a:lnSpc>
              <a:spcBef>
                <a:spcPts val="480"/>
              </a:spcBef>
            </a:pPr>
            <a:r>
              <a:rPr lang="en-US" sz="1800" spc="-35" dirty="0" err="1">
                <a:latin typeface="Times New Roman"/>
                <a:cs typeface="Times New Roman"/>
              </a:rPr>
              <a:t>components</a:t>
            </a:r>
            <a:r>
              <a:rPr lang="en-US" sz="1800" dirty="0" err="1">
                <a:latin typeface="Times New Roman"/>
                <a:cs typeface="Times New Roman"/>
              </a:rPr>
              <a:t>such</a:t>
            </a:r>
            <a:r>
              <a:rPr lang="en-US" sz="1800" spc="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as</a:t>
            </a:r>
            <a:r>
              <a:rPr lang="en-US" sz="1800" spc="-14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transistors,</a:t>
            </a:r>
            <a:r>
              <a:rPr lang="en-US" sz="1800" spc="190" dirty="0">
                <a:latin typeface="Times New Roman"/>
                <a:cs typeface="Times New Roman"/>
              </a:rPr>
              <a:t> </a:t>
            </a:r>
            <a:r>
              <a:rPr lang="en-US" sz="1800" spc="-30" dirty="0">
                <a:latin typeface="Times New Roman"/>
                <a:cs typeface="Times New Roman"/>
              </a:rPr>
              <a:t>LEDs,</a:t>
            </a:r>
          </a:p>
          <a:p>
            <a:pPr marL="12700" marR="5080">
              <a:lnSpc>
                <a:spcPct val="86900"/>
              </a:lnSpc>
              <a:spcBef>
                <a:spcPts val="480"/>
              </a:spcBef>
            </a:pPr>
            <a:r>
              <a:rPr lang="en-US" sz="1800" spc="-3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resistors,</a:t>
            </a:r>
            <a:r>
              <a:rPr lang="en-US" sz="1800" spc="8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90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wires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F848C1-39B9-1146-09FB-69F71B4FF73A}"/>
              </a:ext>
            </a:extLst>
          </p:cNvPr>
          <p:cNvSpPr txBox="1"/>
          <p:nvPr/>
        </p:nvSpPr>
        <p:spPr>
          <a:xfrm>
            <a:off x="5449039" y="3993889"/>
            <a:ext cx="9641148" cy="63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471170">
              <a:lnSpc>
                <a:spcPct val="86100"/>
              </a:lnSpc>
              <a:spcBef>
                <a:spcPts val="500"/>
              </a:spcBef>
            </a:pP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circuit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can</a:t>
            </a:r>
            <a:r>
              <a:rPr lang="en-US" sz="1800" spc="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be</a:t>
            </a:r>
            <a:r>
              <a:rPr lang="en-US" sz="1800" spc="-6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easily assembled</a:t>
            </a:r>
            <a:r>
              <a:rPr lang="en-US" sz="1800" spc="150" dirty="0">
                <a:latin typeface="Times New Roman"/>
                <a:cs typeface="Times New Roman"/>
              </a:rPr>
              <a:t> </a:t>
            </a:r>
          </a:p>
          <a:p>
            <a:pPr marL="12700" marR="471170">
              <a:lnSpc>
                <a:spcPct val="86100"/>
              </a:lnSpc>
              <a:spcBef>
                <a:spcPts val="500"/>
              </a:spcBef>
            </a:pP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7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tested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50" dirty="0">
                <a:latin typeface="Times New Roman"/>
                <a:cs typeface="Times New Roman"/>
              </a:rPr>
              <a:t>using </a:t>
            </a: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breadboard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5094E1-D170-9D57-1340-F20250F122D7}"/>
              </a:ext>
            </a:extLst>
          </p:cNvPr>
          <p:cNvSpPr txBox="1"/>
          <p:nvPr/>
        </p:nvSpPr>
        <p:spPr>
          <a:xfrm>
            <a:off x="5840381" y="5183140"/>
            <a:ext cx="9641148" cy="81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6084" marR="5080">
              <a:lnSpc>
                <a:spcPct val="86100"/>
              </a:lnSpc>
              <a:spcBef>
                <a:spcPts val="1914"/>
              </a:spcBef>
            </a:pP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2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water</a:t>
            </a:r>
            <a:r>
              <a:rPr lang="en-US" sz="1800" spc="-7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level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indicator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25" dirty="0">
                <a:latin typeface="Times New Roman"/>
                <a:cs typeface="Times New Roman"/>
              </a:rPr>
              <a:t>is </a:t>
            </a: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-75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low-</a:t>
            </a:r>
            <a:r>
              <a:rPr lang="en-US" sz="1800" dirty="0">
                <a:latin typeface="Times New Roman"/>
                <a:cs typeface="Times New Roman"/>
              </a:rPr>
              <a:t>cost</a:t>
            </a:r>
            <a:r>
              <a:rPr lang="en-US" sz="1800" spc="80" dirty="0">
                <a:latin typeface="Times New Roman"/>
                <a:cs typeface="Times New Roman"/>
              </a:rPr>
              <a:t> </a:t>
            </a:r>
          </a:p>
          <a:p>
            <a:pPr marL="426084" marR="5080">
              <a:lnSpc>
                <a:spcPct val="86100"/>
              </a:lnSpc>
              <a:spcBef>
                <a:spcPts val="1914"/>
              </a:spcBef>
            </a:pP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8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energy- efficient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solution</a:t>
            </a: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41" name="Picture 40" descr="A blue circle with white text&#10;&#10;Description automatically generated">
            <a:extLst>
              <a:ext uri="{FF2B5EF4-FFF2-40B4-BE49-F238E27FC236}">
                <a16:creationId xmlns:a16="http://schemas.microsoft.com/office/drawing/2014/main" id="{3D544EDC-B0DC-AF52-ACC9-D39D187B0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5" y="2495804"/>
            <a:ext cx="3153537" cy="31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2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形">
            <a:extLst>
              <a:ext uri="{FF2B5EF4-FFF2-40B4-BE49-F238E27FC236}">
                <a16:creationId xmlns:a16="http://schemas.microsoft.com/office/drawing/2014/main" id="{6CCAF9DE-B0BB-00E6-E99D-9BE39A3F1341}"/>
              </a:ext>
            </a:extLst>
          </p:cNvPr>
          <p:cNvSpPr/>
          <p:nvPr/>
        </p:nvSpPr>
        <p:spPr>
          <a:xfrm>
            <a:off x="-2289492" y="-25939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图形">
            <a:extLst>
              <a:ext uri="{FF2B5EF4-FFF2-40B4-BE49-F238E27FC236}">
                <a16:creationId xmlns:a16="http://schemas.microsoft.com/office/drawing/2014/main" id="{07079A94-364D-BDEB-497B-17FD9BEC1040}"/>
              </a:ext>
            </a:extLst>
          </p:cNvPr>
          <p:cNvSpPr/>
          <p:nvPr/>
        </p:nvSpPr>
        <p:spPr>
          <a:xfrm>
            <a:off x="-2137092" y="-244157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376C2E5F-3A0A-8041-5466-E9E8B4EC7A7A}"/>
              </a:ext>
            </a:extLst>
          </p:cNvPr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C869C083-84DC-54F6-355E-743AC0EFAA50}"/>
              </a:ext>
            </a:extLst>
          </p:cNvPr>
          <p:cNvSpPr/>
          <p:nvPr/>
        </p:nvSpPr>
        <p:spPr>
          <a:xfrm>
            <a:off x="1289050" y="192974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C886F4-F370-D965-ACCD-EDE132F19B5F}"/>
              </a:ext>
            </a:extLst>
          </p:cNvPr>
          <p:cNvSpPr/>
          <p:nvPr/>
        </p:nvSpPr>
        <p:spPr>
          <a:xfrm>
            <a:off x="822960" y="688340"/>
            <a:ext cx="10739120" cy="566166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80360DAC-C590-884D-5C0E-7208CF19C8E4}"/>
              </a:ext>
            </a:extLst>
          </p:cNvPr>
          <p:cNvSpPr/>
          <p:nvPr/>
        </p:nvSpPr>
        <p:spPr>
          <a:xfrm>
            <a:off x="1136650" y="203132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形">
            <a:extLst>
              <a:ext uri="{FF2B5EF4-FFF2-40B4-BE49-F238E27FC236}">
                <a16:creationId xmlns:a16="http://schemas.microsoft.com/office/drawing/2014/main" id="{C0967ADB-6123-922A-8B70-8FCF38769C4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2427" y="688340"/>
            <a:ext cx="3525520" cy="338423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9" name="图形">
            <a:extLst>
              <a:ext uri="{FF2B5EF4-FFF2-40B4-BE49-F238E27FC236}">
                <a16:creationId xmlns:a16="http://schemas.microsoft.com/office/drawing/2014/main" id="{E1BB916C-162F-9CBE-8AD7-9F864A77C009}"/>
              </a:ext>
            </a:extLst>
          </p:cNvPr>
          <p:cNvGrpSpPr/>
          <p:nvPr/>
        </p:nvGrpSpPr>
        <p:grpSpPr>
          <a:xfrm>
            <a:off x="8356866" y="2724745"/>
            <a:ext cx="8634095" cy="8634095"/>
            <a:chOff x="7170" y="5823"/>
            <a:chExt cx="13597" cy="13597"/>
          </a:xfrm>
        </p:grpSpPr>
        <p:sp>
          <p:nvSpPr>
            <p:cNvPr id="10" name="图形">
              <a:extLst>
                <a:ext uri="{FF2B5EF4-FFF2-40B4-BE49-F238E27FC236}">
                  <a16:creationId xmlns:a16="http://schemas.microsoft.com/office/drawing/2014/main" id="{8C6982D2-B5AE-E4F5-F886-BE4E673439E2}"/>
                </a:ext>
              </a:extLst>
            </p:cNvPr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图形">
              <a:extLst>
                <a:ext uri="{FF2B5EF4-FFF2-40B4-BE49-F238E27FC236}">
                  <a16:creationId xmlns:a16="http://schemas.microsoft.com/office/drawing/2014/main" id="{466DC618-796A-FCCD-C00E-F58E31EF9272}"/>
                </a:ext>
              </a:extLst>
            </p:cNvPr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4" name="Picture 1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0FA6C8E-2B97-E21F-B74A-D9FC45C54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09" y="1058887"/>
            <a:ext cx="5202872" cy="487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0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8号-创中黑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字魂58号-创中黑"/>
        <a:font script="Hebr" typeface="字魂58号-创中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8号-创中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8号-创中黑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字魂58号-创中黑"/>
        <a:font script="Hebr" typeface="字魂58号-创中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8号-创中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256</Words>
  <Application>Microsoft Office PowerPoint</Application>
  <PresentationFormat>Widescreen</PresentationFormat>
  <Paragraphs>51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等线 Light</vt:lpstr>
      <vt:lpstr>微软雅黑</vt:lpstr>
      <vt:lpstr>Arial</vt:lpstr>
      <vt:lpstr>Calibri</vt:lpstr>
      <vt:lpstr>Calibri Light</vt:lpstr>
      <vt:lpstr>Times New Roman</vt:lpstr>
      <vt:lpstr>字魂58号-创中黑</vt:lpstr>
      <vt:lpstr>www.jpppt.com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www.freeppt7.com</Manager>
  <Company>www.freeppt7.com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www.freeppt7.com</dc:creator>
  <cp:keywords>www.freeppt7.com</cp:keywords>
  <dc:description>www.freeppt7.com</dc:description>
  <cp:lastModifiedBy>HRIDOY SAHA</cp:lastModifiedBy>
  <cp:revision>299</cp:revision>
  <dcterms:created xsi:type="dcterms:W3CDTF">2019-06-19T02:08:00Z</dcterms:created>
  <dcterms:modified xsi:type="dcterms:W3CDTF">2023-12-09T14:15:38Z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